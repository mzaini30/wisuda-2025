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89273" autoAdjust="0"/>
  </p:normalViewPr>
  <p:slideViewPr>
    <p:cSldViewPr snapToGrid="0">
      <p:cViewPr varScale="1">
        <p:scale>
          <a:sx n="98" d="100"/>
          <a:sy n="98" d="100"/>
        </p:scale>
        <p:origin x="107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16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32E96E-41F7-40C5-8419-297958CC00FA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6999B8-B6B4-4561-A3CD-BBCDAB9FC9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2865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E6999B8-B6B4-4561-A3CD-BBCDAB9FC9D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6442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5185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619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125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403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7595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2849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5991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9607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5407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3046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18F51-09EC-435C-A3BA-64A766E099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801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C18F51-09EC-435C-A3BA-64A766E099C0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95586-F03A-48D1-94DF-16B239DF4F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136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2C63D2-FDEF-ED95-0330-FD878329CF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664929" y="-2664929"/>
            <a:ext cx="6858000" cy="121878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DAAC4B-9273-F6C9-4454-95F973877C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0412" y="836578"/>
            <a:ext cx="5143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0119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</TotalTime>
  <Words>1</Words>
  <Application>Microsoft Office PowerPoint</Application>
  <PresentationFormat>Widescreen</PresentationFormat>
  <Paragraphs>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emhatek</cp:lastModifiedBy>
  <cp:revision>13</cp:revision>
  <dcterms:created xsi:type="dcterms:W3CDTF">2026-06-16T15:53:40Z</dcterms:created>
  <dcterms:modified xsi:type="dcterms:W3CDTF">2026-06-16T15:59:07Z</dcterms:modified>
</cp:coreProperties>
</file>