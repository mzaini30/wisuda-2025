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98" d="100"/>
          <a:sy n="98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C63D2-FDEF-ED95-0330-FD878329CF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4929" y="-2664929"/>
            <a:ext cx="6858000" cy="121878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8ED9C3-F5AC-25F2-2C63-56BD73949219}"/>
              </a:ext>
            </a:extLst>
          </p:cNvPr>
          <p:cNvSpPr txBox="1"/>
          <p:nvPr/>
        </p:nvSpPr>
        <p:spPr>
          <a:xfrm>
            <a:off x="836578" y="654481"/>
            <a:ext cx="6254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Aero" panose="02000603090000090004" pitchFamily="2" charset="0"/>
              </a:rPr>
              <a:t>NAMA WISUDAWAN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F1360-B970-F399-6725-28B182998CA0}"/>
              </a:ext>
            </a:extLst>
          </p:cNvPr>
          <p:cNvSpPr txBox="1"/>
          <p:nvPr/>
        </p:nvSpPr>
        <p:spPr>
          <a:xfrm>
            <a:off x="836579" y="1455657"/>
            <a:ext cx="52594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  <a:latin typeface="Aero" panose="02000603090000090004" pitchFamily="2" charset="0"/>
              </a:rPr>
              <a:t>NIS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CF99E-26BE-2B5D-9091-527699E02E77}"/>
              </a:ext>
            </a:extLst>
          </p:cNvPr>
          <p:cNvSpPr txBox="1"/>
          <p:nvPr/>
        </p:nvSpPr>
        <p:spPr>
          <a:xfrm>
            <a:off x="836577" y="2249176"/>
            <a:ext cx="52594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AYAH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EC4DA-3670-3548-30D4-989362694798}"/>
              </a:ext>
            </a:extLst>
          </p:cNvPr>
          <p:cNvSpPr txBox="1"/>
          <p:nvPr/>
        </p:nvSpPr>
        <p:spPr>
          <a:xfrm>
            <a:off x="834508" y="2572341"/>
            <a:ext cx="5259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IBU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24AE4-AB9D-B0A0-A700-07FBEFF67C9C}"/>
              </a:ext>
            </a:extLst>
          </p:cNvPr>
          <p:cNvSpPr txBox="1"/>
          <p:nvPr/>
        </p:nvSpPr>
        <p:spPr>
          <a:xfrm>
            <a:off x="834508" y="2895506"/>
            <a:ext cx="5259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TTL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23990-C75A-B82E-DCFC-B05750EBADB5}"/>
              </a:ext>
            </a:extLst>
          </p:cNvPr>
          <p:cNvSpPr txBox="1"/>
          <p:nvPr/>
        </p:nvSpPr>
        <p:spPr>
          <a:xfrm>
            <a:off x="834509" y="3186798"/>
            <a:ext cx="52594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HOBI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AAE84A-DBA4-3350-E4FD-D54BD5B3C40D}"/>
              </a:ext>
            </a:extLst>
          </p:cNvPr>
          <p:cNvSpPr txBox="1"/>
          <p:nvPr/>
        </p:nvSpPr>
        <p:spPr>
          <a:xfrm>
            <a:off x="834508" y="5402343"/>
            <a:ext cx="52594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CITA - CITA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69C75-0308-6764-0517-0234A1FD693A}"/>
              </a:ext>
            </a:extLst>
          </p:cNvPr>
          <p:cNvSpPr txBox="1"/>
          <p:nvPr/>
        </p:nvSpPr>
        <p:spPr>
          <a:xfrm>
            <a:off x="834508" y="3509975"/>
            <a:ext cx="52594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MOTTO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9308B-CD5C-62F9-7FF1-462B5BFB12C6}"/>
              </a:ext>
            </a:extLst>
          </p:cNvPr>
          <p:cNvSpPr txBox="1"/>
          <p:nvPr/>
        </p:nvSpPr>
        <p:spPr>
          <a:xfrm>
            <a:off x="834508" y="3833128"/>
            <a:ext cx="52594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/>
                </a:solidFill>
              </a:rPr>
              <a:t>PENGALAMAN BERKESAN :</a:t>
            </a:r>
          </a:p>
        </p:txBody>
      </p:sp>
      <p:pic>
        <p:nvPicPr>
          <p:cNvPr id="14" name="Aiko">
            <a:hlinkClick r:id="" action="ppaction://media"/>
            <a:extLst>
              <a:ext uri="{FF2B5EF4-FFF2-40B4-BE49-F238E27FC236}">
                <a16:creationId xmlns:a16="http://schemas.microsoft.com/office/drawing/2014/main" id="{0A47E87F-C247-44B4-C125-6B316AEA23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091464" y="19118"/>
            <a:ext cx="5095945" cy="679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42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22</Words>
  <Application>Microsoft Office PowerPoint</Application>
  <PresentationFormat>Widescreen</PresentationFormat>
  <Paragraphs>10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Aero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emhatek</cp:lastModifiedBy>
  <cp:revision>15</cp:revision>
  <dcterms:created xsi:type="dcterms:W3CDTF">2026-06-16T15:53:40Z</dcterms:created>
  <dcterms:modified xsi:type="dcterms:W3CDTF">2026-06-16T16:36:42Z</dcterms:modified>
</cp:coreProperties>
</file>