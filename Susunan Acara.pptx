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9"/>
  </p:notesMasterIdLst>
  <p:sldIdLst>
    <p:sldId id="318" r:id="rId2"/>
    <p:sldId id="257" r:id="rId3"/>
    <p:sldId id="258" r:id="rId4"/>
    <p:sldId id="296" r:id="rId5"/>
    <p:sldId id="291" r:id="rId6"/>
    <p:sldId id="283" r:id="rId7"/>
    <p:sldId id="319" r:id="rId8"/>
    <p:sldId id="320" r:id="rId9"/>
    <p:sldId id="321" r:id="rId10"/>
    <p:sldId id="322" r:id="rId11"/>
    <p:sldId id="323" r:id="rId12"/>
    <p:sldId id="324" r:id="rId13"/>
    <p:sldId id="326" r:id="rId14"/>
    <p:sldId id="327" r:id="rId15"/>
    <p:sldId id="328" r:id="rId16"/>
    <p:sldId id="329" r:id="rId17"/>
    <p:sldId id="330" r:id="rId18"/>
    <p:sldId id="331" r:id="rId19"/>
    <p:sldId id="332" r:id="rId20"/>
    <p:sldId id="325" r:id="rId21"/>
    <p:sldId id="333" r:id="rId22"/>
    <p:sldId id="334" r:id="rId23"/>
    <p:sldId id="335" r:id="rId24"/>
    <p:sldId id="336" r:id="rId25"/>
    <p:sldId id="337" r:id="rId26"/>
    <p:sldId id="338" r:id="rId27"/>
    <p:sldId id="339" r:id="rId28"/>
    <p:sldId id="340" r:id="rId29"/>
    <p:sldId id="341" r:id="rId30"/>
    <p:sldId id="342" r:id="rId31"/>
    <p:sldId id="343" r:id="rId32"/>
    <p:sldId id="344" r:id="rId33"/>
    <p:sldId id="345" r:id="rId34"/>
    <p:sldId id="346" r:id="rId35"/>
    <p:sldId id="347" r:id="rId36"/>
    <p:sldId id="348" r:id="rId37"/>
    <p:sldId id="349" r:id="rId38"/>
    <p:sldId id="350" r:id="rId39"/>
    <p:sldId id="351" r:id="rId40"/>
    <p:sldId id="352" r:id="rId41"/>
    <p:sldId id="353" r:id="rId42"/>
    <p:sldId id="354" r:id="rId43"/>
    <p:sldId id="355" r:id="rId44"/>
    <p:sldId id="356" r:id="rId45"/>
    <p:sldId id="357" r:id="rId46"/>
    <p:sldId id="358" r:id="rId47"/>
    <p:sldId id="359" r:id="rId48"/>
  </p:sldIdLst>
  <p:sldSz cx="12192000" cy="6858000"/>
  <p:notesSz cx="6858000" cy="9144000"/>
  <p:custDataLst>
    <p:tags r:id="rId5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DA5D"/>
    <a:srgbClr val="1415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78" autoAdjust="0"/>
    <p:restoredTop sz="94660"/>
  </p:normalViewPr>
  <p:slideViewPr>
    <p:cSldViewPr snapToGrid="0" showGuides="1">
      <p:cViewPr varScale="1">
        <p:scale>
          <a:sx n="112" d="100"/>
          <a:sy n="112" d="100"/>
        </p:scale>
        <p:origin x="930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39" d="100"/>
        <a:sy n="139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ags" Target="tags/tag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5224C3-7022-449B-8ED5-542B4EE9532F}" type="datetimeFigureOut">
              <a:rPr lang="zh-CN" altLang="en-US" smtClean="0"/>
              <a:t>2025/5/8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15F95F-52E2-4D61-BFBE-72E69038574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62101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28D065-EBC6-4638-A9EC-8F29D36D6B14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83119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40740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29329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58005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535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67509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22416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36938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00413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24613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08745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19124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53177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45539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44379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200396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0868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91942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6242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7737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49429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316544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98940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519859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893020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1983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2719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94837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17717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07874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634271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427199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716305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086061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571278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6938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769904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130878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9616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04975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12781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A79CC-5A06-404B-8469-5684ED583AD4}" type="datetimeFigureOut">
              <a:rPr lang="zh-CN" altLang="en-US" smtClean="0"/>
              <a:t>2025/5/8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A79CC-5A06-404B-8469-5684ED583AD4}" type="datetimeFigureOut">
              <a:rPr lang="zh-CN" altLang="en-US" smtClean="0"/>
              <a:t>2025/5/8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8880414" y="6398464"/>
            <a:ext cx="77513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www.1ppt.com/moban/     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行业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www.1ppt.com/hangye/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节日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www.1ppt.com/jieri/     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素材下载：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www.1ppt.com/sucai/</a:t>
            </a:r>
          </a:p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背景图片：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www.1ppt.com/beijing/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图表下载：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www.1ppt.com/tubiao/    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优秀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www.1ppt.com/xiazai/  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www.1ppt.com/powerpoint/      </a:t>
            </a:r>
          </a:p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Word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www.1ppt.com/word/              Excel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www.1ppt.com/excel/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资料下载：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www.1ppt.com/ziliao/          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课件下载：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www.1ppt.com/kejian/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范文下载：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www.1ppt.com/fanwen/             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试卷下载：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www.1ppt.com/shiti/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教案下载：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www.1ppt.com/jiaoan/      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字体下载：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www.1ppt.com/ziti/</a:t>
            </a:r>
          </a:p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 </a:t>
            </a:r>
            <a:endParaRPr lang="zh-CN" altLang="en-US" sz="100" dirty="0">
              <a:solidFill>
                <a:prstClr val="white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A79CC-5A06-404B-8469-5684ED583AD4}" type="datetimeFigureOut">
              <a:rPr lang="zh-CN" altLang="en-US" smtClean="0"/>
              <a:t>2025/5/8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11120020" y="851515"/>
            <a:ext cx="346266" cy="346264"/>
            <a:chOff x="7097274" y="1171187"/>
            <a:chExt cx="346266" cy="346264"/>
          </a:xfrm>
          <a:solidFill>
            <a:schemeClr val="accent1"/>
          </a:solidFill>
        </p:grpSpPr>
        <p:sp>
          <p:nvSpPr>
            <p:cNvPr id="4" name="任意多边形: 形状 3"/>
            <p:cNvSpPr/>
            <p:nvPr/>
          </p:nvSpPr>
          <p:spPr>
            <a:xfrm>
              <a:off x="7302063" y="1171187"/>
              <a:ext cx="141477" cy="141477"/>
            </a:xfrm>
            <a:custGeom>
              <a:avLst/>
              <a:gdLst/>
              <a:ahLst/>
              <a:cxnLst/>
              <a:rect l="l" t="t" r="r" b="b"/>
              <a:pathLst>
                <a:path w="141477" h="141477">
                  <a:moveTo>
                    <a:pt x="58510" y="0"/>
                  </a:moveTo>
                  <a:cubicBezTo>
                    <a:pt x="66586" y="0"/>
                    <a:pt x="73519" y="2895"/>
                    <a:pt x="79309" y="8685"/>
                  </a:cubicBezTo>
                  <a:lnTo>
                    <a:pt x="133020" y="62168"/>
                  </a:lnTo>
                  <a:cubicBezTo>
                    <a:pt x="138658" y="68110"/>
                    <a:pt x="141477" y="75043"/>
                    <a:pt x="141477" y="82966"/>
                  </a:cubicBezTo>
                  <a:cubicBezTo>
                    <a:pt x="141477" y="91042"/>
                    <a:pt x="138658" y="97899"/>
                    <a:pt x="133020" y="103536"/>
                  </a:cubicBezTo>
                  <a:lnTo>
                    <a:pt x="95080" y="141477"/>
                  </a:lnTo>
                  <a:lnTo>
                    <a:pt x="0" y="46397"/>
                  </a:lnTo>
                  <a:lnTo>
                    <a:pt x="37940" y="8685"/>
                  </a:lnTo>
                  <a:cubicBezTo>
                    <a:pt x="43426" y="2895"/>
                    <a:pt x="50282" y="0"/>
                    <a:pt x="58510" y="0"/>
                  </a:cubicBezTo>
                  <a:close/>
                </a:path>
              </a:pathLst>
            </a:custGeom>
            <a:grpFill/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algn="dist">
                <a:lnSpc>
                  <a:spcPct val="170000"/>
                </a:lnSpc>
              </a:pPr>
              <a:endParaRPr lang="zh-CN" altLang="en-US" sz="3200" spc="1598" dirty="0">
                <a:solidFill>
                  <a:srgbClr val="454545"/>
                </a:solidFill>
                <a:latin typeface="FontAwesome"/>
                <a:sym typeface="FontAwesome"/>
              </a:endParaRPr>
            </a:p>
          </p:txBody>
        </p:sp>
        <p:sp>
          <p:nvSpPr>
            <p:cNvPr id="5" name="任意多边形: 形状 4"/>
            <p:cNvSpPr/>
            <p:nvPr/>
          </p:nvSpPr>
          <p:spPr>
            <a:xfrm>
              <a:off x="7097274" y="1232212"/>
              <a:ext cx="285240" cy="285239"/>
            </a:xfrm>
            <a:custGeom>
              <a:avLst/>
              <a:gdLst/>
              <a:ahLst/>
              <a:cxnLst/>
              <a:rect l="l" t="t" r="r" b="b"/>
              <a:pathLst>
                <a:path w="285240" h="285239">
                  <a:moveTo>
                    <a:pt x="190160" y="0"/>
                  </a:moveTo>
                  <a:lnTo>
                    <a:pt x="285240" y="95080"/>
                  </a:lnTo>
                  <a:lnTo>
                    <a:pt x="95080" y="285239"/>
                  </a:lnTo>
                  <a:lnTo>
                    <a:pt x="0" y="285239"/>
                  </a:lnTo>
                  <a:lnTo>
                    <a:pt x="0" y="190160"/>
                  </a:lnTo>
                  <a:lnTo>
                    <a:pt x="190160" y="0"/>
                  </a:lnTo>
                  <a:close/>
                  <a:moveTo>
                    <a:pt x="197474" y="38854"/>
                  </a:moveTo>
                  <a:cubicBezTo>
                    <a:pt x="195950" y="38854"/>
                    <a:pt x="194655" y="39388"/>
                    <a:pt x="193588" y="40454"/>
                  </a:cubicBezTo>
                  <a:lnTo>
                    <a:pt x="69710" y="164333"/>
                  </a:lnTo>
                  <a:cubicBezTo>
                    <a:pt x="68644" y="165399"/>
                    <a:pt x="68110" y="166694"/>
                    <a:pt x="68110" y="168218"/>
                  </a:cubicBezTo>
                  <a:cubicBezTo>
                    <a:pt x="68110" y="171570"/>
                    <a:pt x="69786" y="173246"/>
                    <a:pt x="73139" y="173246"/>
                  </a:cubicBezTo>
                  <a:cubicBezTo>
                    <a:pt x="74662" y="173246"/>
                    <a:pt x="75958" y="172713"/>
                    <a:pt x="77024" y="171646"/>
                  </a:cubicBezTo>
                  <a:lnTo>
                    <a:pt x="200902" y="47768"/>
                  </a:lnTo>
                  <a:cubicBezTo>
                    <a:pt x="201969" y="46702"/>
                    <a:pt x="202502" y="45406"/>
                    <a:pt x="202502" y="43883"/>
                  </a:cubicBezTo>
                  <a:cubicBezTo>
                    <a:pt x="202502" y="40531"/>
                    <a:pt x="200826" y="38854"/>
                    <a:pt x="197474" y="38854"/>
                  </a:cubicBezTo>
                  <a:close/>
                  <a:moveTo>
                    <a:pt x="50054" y="181474"/>
                  </a:moveTo>
                  <a:lnTo>
                    <a:pt x="29256" y="202273"/>
                  </a:lnTo>
                  <a:lnTo>
                    <a:pt x="29256" y="226729"/>
                  </a:lnTo>
                  <a:lnTo>
                    <a:pt x="58511" y="226729"/>
                  </a:lnTo>
                  <a:lnTo>
                    <a:pt x="58511" y="255984"/>
                  </a:lnTo>
                  <a:lnTo>
                    <a:pt x="82967" y="255984"/>
                  </a:lnTo>
                  <a:lnTo>
                    <a:pt x="103765" y="235185"/>
                  </a:lnTo>
                  <a:lnTo>
                    <a:pt x="50054" y="181474"/>
                  </a:lnTo>
                  <a:close/>
                </a:path>
              </a:pathLst>
            </a:custGeom>
            <a:grpFill/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algn="dist">
                <a:lnSpc>
                  <a:spcPct val="170000"/>
                </a:lnSpc>
              </a:pPr>
              <a:endParaRPr lang="zh-CN" altLang="en-US" sz="3200" spc="1598" dirty="0">
                <a:solidFill>
                  <a:srgbClr val="454545"/>
                </a:solidFill>
                <a:latin typeface="FontAwesome"/>
                <a:sym typeface="FontAwesome"/>
              </a:endParaRPr>
            </a:p>
          </p:txBody>
        </p:sp>
      </p:grpSp>
      <p:cxnSp>
        <p:nvCxnSpPr>
          <p:cNvPr id="6" name="直接连接符 5"/>
          <p:cNvCxnSpPr/>
          <p:nvPr userDrawn="1"/>
        </p:nvCxnSpPr>
        <p:spPr>
          <a:xfrm>
            <a:off x="580571" y="1197779"/>
            <a:ext cx="10539449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7" name="图片 76"/>
          <p:cNvPicPr>
            <a:picLocks noChangeAspect="1"/>
          </p:cNvPicPr>
          <p:nvPr userDrawn="1"/>
        </p:nvPicPr>
        <p:blipFill>
          <a:blip r:embed="rId2" cstate="email"/>
          <a:stretch>
            <a:fillRect/>
          </a:stretch>
        </p:blipFill>
        <p:spPr>
          <a:xfrm>
            <a:off x="0" y="337625"/>
            <a:ext cx="1899031" cy="1148930"/>
          </a:xfrm>
          <a:prstGeom prst="rect">
            <a:avLst/>
          </a:prstGeom>
        </p:spPr>
      </p:pic>
      <p:grpSp>
        <p:nvGrpSpPr>
          <p:cNvPr id="172" name="组合 171"/>
          <p:cNvGrpSpPr/>
          <p:nvPr userDrawn="1"/>
        </p:nvGrpSpPr>
        <p:grpSpPr>
          <a:xfrm>
            <a:off x="9282429" y="468467"/>
            <a:ext cx="1681301" cy="527928"/>
            <a:chOff x="814388" y="303213"/>
            <a:chExt cx="3119389" cy="979487"/>
          </a:xfrm>
        </p:grpSpPr>
        <p:grpSp>
          <p:nvGrpSpPr>
            <p:cNvPr id="173" name="组合 172"/>
            <p:cNvGrpSpPr/>
            <p:nvPr/>
          </p:nvGrpSpPr>
          <p:grpSpPr>
            <a:xfrm>
              <a:off x="814388" y="303213"/>
              <a:ext cx="971550" cy="979487"/>
              <a:chOff x="814388" y="303213"/>
              <a:chExt cx="971550" cy="979487"/>
            </a:xfrm>
            <a:solidFill>
              <a:schemeClr val="accent1"/>
            </a:solidFill>
          </p:grpSpPr>
          <p:sp>
            <p:nvSpPr>
              <p:cNvPr id="203" name="Freeform 12"/>
              <p:cNvSpPr>
                <a:spLocks noEditPoints="1"/>
              </p:cNvSpPr>
              <p:nvPr/>
            </p:nvSpPr>
            <p:spPr bwMode="auto">
              <a:xfrm>
                <a:off x="881063" y="917575"/>
                <a:ext cx="76200" cy="60325"/>
              </a:xfrm>
              <a:custGeom>
                <a:avLst/>
                <a:gdLst>
                  <a:gd name="T0" fmla="*/ 12 w 23"/>
                  <a:gd name="T1" fmla="*/ 7 h 18"/>
                  <a:gd name="T2" fmla="*/ 17 w 23"/>
                  <a:gd name="T3" fmla="*/ 5 h 18"/>
                  <a:gd name="T4" fmla="*/ 19 w 23"/>
                  <a:gd name="T5" fmla="*/ 5 h 18"/>
                  <a:gd name="T6" fmla="*/ 19 w 23"/>
                  <a:gd name="T7" fmla="*/ 4 h 18"/>
                  <a:gd name="T8" fmla="*/ 19 w 23"/>
                  <a:gd name="T9" fmla="*/ 2 h 18"/>
                  <a:gd name="T10" fmla="*/ 19 w 23"/>
                  <a:gd name="T11" fmla="*/ 2 h 18"/>
                  <a:gd name="T12" fmla="*/ 23 w 23"/>
                  <a:gd name="T13" fmla="*/ 11 h 18"/>
                  <a:gd name="T14" fmla="*/ 22 w 23"/>
                  <a:gd name="T15" fmla="*/ 11 h 18"/>
                  <a:gd name="T16" fmla="*/ 21 w 23"/>
                  <a:gd name="T17" fmla="*/ 9 h 18"/>
                  <a:gd name="T18" fmla="*/ 20 w 23"/>
                  <a:gd name="T19" fmla="*/ 9 h 18"/>
                  <a:gd name="T20" fmla="*/ 19 w 23"/>
                  <a:gd name="T21" fmla="*/ 10 h 18"/>
                  <a:gd name="T22" fmla="*/ 7 w 23"/>
                  <a:gd name="T23" fmla="*/ 14 h 18"/>
                  <a:gd name="T24" fmla="*/ 5 w 23"/>
                  <a:gd name="T25" fmla="*/ 15 h 18"/>
                  <a:gd name="T26" fmla="*/ 5 w 23"/>
                  <a:gd name="T27" fmla="*/ 16 h 18"/>
                  <a:gd name="T28" fmla="*/ 5 w 23"/>
                  <a:gd name="T29" fmla="*/ 18 h 18"/>
                  <a:gd name="T30" fmla="*/ 5 w 23"/>
                  <a:gd name="T31" fmla="*/ 18 h 18"/>
                  <a:gd name="T32" fmla="*/ 2 w 23"/>
                  <a:gd name="T33" fmla="*/ 10 h 18"/>
                  <a:gd name="T34" fmla="*/ 1 w 23"/>
                  <a:gd name="T35" fmla="*/ 4 h 18"/>
                  <a:gd name="T36" fmla="*/ 4 w 23"/>
                  <a:gd name="T37" fmla="*/ 1 h 18"/>
                  <a:gd name="T38" fmla="*/ 7 w 23"/>
                  <a:gd name="T39" fmla="*/ 1 h 18"/>
                  <a:gd name="T40" fmla="*/ 10 w 23"/>
                  <a:gd name="T41" fmla="*/ 3 h 18"/>
                  <a:gd name="T42" fmla="*/ 12 w 23"/>
                  <a:gd name="T43" fmla="*/ 7 h 18"/>
                  <a:gd name="T44" fmla="*/ 3 w 23"/>
                  <a:gd name="T45" fmla="*/ 11 h 18"/>
                  <a:gd name="T46" fmla="*/ 11 w 23"/>
                  <a:gd name="T47" fmla="*/ 8 h 18"/>
                  <a:gd name="T48" fmla="*/ 11 w 23"/>
                  <a:gd name="T49" fmla="*/ 7 h 18"/>
                  <a:gd name="T50" fmla="*/ 9 w 23"/>
                  <a:gd name="T51" fmla="*/ 5 h 18"/>
                  <a:gd name="T52" fmla="*/ 5 w 23"/>
                  <a:gd name="T53" fmla="*/ 5 h 18"/>
                  <a:gd name="T54" fmla="*/ 3 w 23"/>
                  <a:gd name="T55" fmla="*/ 7 h 18"/>
                  <a:gd name="T56" fmla="*/ 3 w 23"/>
                  <a:gd name="T57" fmla="*/ 10 h 18"/>
                  <a:gd name="T58" fmla="*/ 3 w 23"/>
                  <a:gd name="T59" fmla="*/ 11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23" h="18">
                    <a:moveTo>
                      <a:pt x="12" y="7"/>
                    </a:moveTo>
                    <a:cubicBezTo>
                      <a:pt x="17" y="5"/>
                      <a:pt x="17" y="5"/>
                      <a:pt x="17" y="5"/>
                    </a:cubicBezTo>
                    <a:cubicBezTo>
                      <a:pt x="18" y="5"/>
                      <a:pt x="19" y="5"/>
                      <a:pt x="19" y="5"/>
                    </a:cubicBezTo>
                    <a:cubicBezTo>
                      <a:pt x="19" y="4"/>
                      <a:pt x="19" y="4"/>
                      <a:pt x="19" y="4"/>
                    </a:cubicBezTo>
                    <a:cubicBezTo>
                      <a:pt x="19" y="3"/>
                      <a:pt x="19" y="3"/>
                      <a:pt x="19" y="2"/>
                    </a:cubicBezTo>
                    <a:cubicBezTo>
                      <a:pt x="19" y="2"/>
                      <a:pt x="19" y="2"/>
                      <a:pt x="19" y="2"/>
                    </a:cubicBezTo>
                    <a:cubicBezTo>
                      <a:pt x="23" y="11"/>
                      <a:pt x="23" y="11"/>
                      <a:pt x="23" y="11"/>
                    </a:cubicBezTo>
                    <a:cubicBezTo>
                      <a:pt x="22" y="11"/>
                      <a:pt x="22" y="11"/>
                      <a:pt x="22" y="11"/>
                    </a:cubicBezTo>
                    <a:cubicBezTo>
                      <a:pt x="22" y="10"/>
                      <a:pt x="22" y="10"/>
                      <a:pt x="21" y="9"/>
                    </a:cubicBezTo>
                    <a:cubicBezTo>
                      <a:pt x="21" y="9"/>
                      <a:pt x="21" y="9"/>
                      <a:pt x="20" y="9"/>
                    </a:cubicBezTo>
                    <a:cubicBezTo>
                      <a:pt x="20" y="9"/>
                      <a:pt x="20" y="9"/>
                      <a:pt x="19" y="10"/>
                    </a:cubicBezTo>
                    <a:cubicBezTo>
                      <a:pt x="7" y="14"/>
                      <a:pt x="7" y="14"/>
                      <a:pt x="7" y="14"/>
                    </a:cubicBezTo>
                    <a:cubicBezTo>
                      <a:pt x="6" y="14"/>
                      <a:pt x="5" y="15"/>
                      <a:pt x="5" y="15"/>
                    </a:cubicBezTo>
                    <a:cubicBezTo>
                      <a:pt x="5" y="15"/>
                      <a:pt x="5" y="16"/>
                      <a:pt x="5" y="16"/>
                    </a:cubicBezTo>
                    <a:cubicBezTo>
                      <a:pt x="5" y="16"/>
                      <a:pt x="5" y="17"/>
                      <a:pt x="5" y="18"/>
                    </a:cubicBezTo>
                    <a:cubicBezTo>
                      <a:pt x="5" y="18"/>
                      <a:pt x="5" y="18"/>
                      <a:pt x="5" y="18"/>
                    </a:cubicBezTo>
                    <a:cubicBezTo>
                      <a:pt x="2" y="10"/>
                      <a:pt x="2" y="10"/>
                      <a:pt x="2" y="10"/>
                    </a:cubicBezTo>
                    <a:cubicBezTo>
                      <a:pt x="1" y="7"/>
                      <a:pt x="0" y="5"/>
                      <a:pt x="1" y="4"/>
                    </a:cubicBezTo>
                    <a:cubicBezTo>
                      <a:pt x="1" y="2"/>
                      <a:pt x="2" y="1"/>
                      <a:pt x="4" y="1"/>
                    </a:cubicBezTo>
                    <a:cubicBezTo>
                      <a:pt x="5" y="0"/>
                      <a:pt x="6" y="0"/>
                      <a:pt x="7" y="1"/>
                    </a:cubicBezTo>
                    <a:cubicBezTo>
                      <a:pt x="8" y="1"/>
                      <a:pt x="9" y="2"/>
                      <a:pt x="10" y="3"/>
                    </a:cubicBezTo>
                    <a:cubicBezTo>
                      <a:pt x="10" y="4"/>
                      <a:pt x="11" y="5"/>
                      <a:pt x="12" y="7"/>
                    </a:cubicBezTo>
                    <a:close/>
                    <a:moveTo>
                      <a:pt x="3" y="11"/>
                    </a:moveTo>
                    <a:cubicBezTo>
                      <a:pt x="11" y="8"/>
                      <a:pt x="11" y="8"/>
                      <a:pt x="11" y="8"/>
                    </a:cubicBezTo>
                    <a:cubicBezTo>
                      <a:pt x="11" y="7"/>
                      <a:pt x="11" y="7"/>
                      <a:pt x="11" y="7"/>
                    </a:cubicBezTo>
                    <a:cubicBezTo>
                      <a:pt x="10" y="6"/>
                      <a:pt x="10" y="5"/>
                      <a:pt x="9" y="5"/>
                    </a:cubicBezTo>
                    <a:cubicBezTo>
                      <a:pt x="8" y="5"/>
                      <a:pt x="7" y="5"/>
                      <a:pt x="5" y="5"/>
                    </a:cubicBezTo>
                    <a:cubicBezTo>
                      <a:pt x="4" y="6"/>
                      <a:pt x="3" y="6"/>
                      <a:pt x="3" y="7"/>
                    </a:cubicBezTo>
                    <a:cubicBezTo>
                      <a:pt x="2" y="8"/>
                      <a:pt x="2" y="9"/>
                      <a:pt x="3" y="10"/>
                    </a:cubicBezTo>
                    <a:lnTo>
                      <a:pt x="3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4" name="Freeform 13"/>
              <p:cNvSpPr/>
              <p:nvPr/>
            </p:nvSpPr>
            <p:spPr bwMode="auto">
              <a:xfrm>
                <a:off x="857250" y="811213"/>
                <a:ext cx="69850" cy="63500"/>
              </a:xfrm>
              <a:custGeom>
                <a:avLst/>
                <a:gdLst>
                  <a:gd name="T0" fmla="*/ 2 w 21"/>
                  <a:gd name="T1" fmla="*/ 11 h 19"/>
                  <a:gd name="T2" fmla="*/ 10 w 21"/>
                  <a:gd name="T3" fmla="*/ 10 h 19"/>
                  <a:gd name="T4" fmla="*/ 10 w 21"/>
                  <a:gd name="T5" fmla="*/ 10 h 19"/>
                  <a:gd name="T6" fmla="*/ 8 w 21"/>
                  <a:gd name="T7" fmla="*/ 8 h 19"/>
                  <a:gd name="T8" fmla="*/ 5 w 21"/>
                  <a:gd name="T9" fmla="*/ 7 h 19"/>
                  <a:gd name="T10" fmla="*/ 5 w 21"/>
                  <a:gd name="T11" fmla="*/ 6 h 19"/>
                  <a:gd name="T12" fmla="*/ 15 w 21"/>
                  <a:gd name="T13" fmla="*/ 5 h 19"/>
                  <a:gd name="T14" fmla="*/ 15 w 21"/>
                  <a:gd name="T15" fmla="*/ 6 h 19"/>
                  <a:gd name="T16" fmla="*/ 12 w 21"/>
                  <a:gd name="T17" fmla="*/ 7 h 19"/>
                  <a:gd name="T18" fmla="*/ 11 w 21"/>
                  <a:gd name="T19" fmla="*/ 8 h 19"/>
                  <a:gd name="T20" fmla="*/ 11 w 21"/>
                  <a:gd name="T21" fmla="*/ 10 h 19"/>
                  <a:gd name="T22" fmla="*/ 16 w 21"/>
                  <a:gd name="T23" fmla="*/ 10 h 19"/>
                  <a:gd name="T24" fmla="*/ 18 w 21"/>
                  <a:gd name="T25" fmla="*/ 9 h 19"/>
                  <a:gd name="T26" fmla="*/ 19 w 21"/>
                  <a:gd name="T27" fmla="*/ 9 h 19"/>
                  <a:gd name="T28" fmla="*/ 19 w 21"/>
                  <a:gd name="T29" fmla="*/ 8 h 19"/>
                  <a:gd name="T30" fmla="*/ 19 w 21"/>
                  <a:gd name="T31" fmla="*/ 6 h 19"/>
                  <a:gd name="T32" fmla="*/ 17 w 21"/>
                  <a:gd name="T33" fmla="*/ 2 h 19"/>
                  <a:gd name="T34" fmla="*/ 13 w 21"/>
                  <a:gd name="T35" fmla="*/ 0 h 19"/>
                  <a:gd name="T36" fmla="*/ 13 w 21"/>
                  <a:gd name="T37" fmla="*/ 0 h 19"/>
                  <a:gd name="T38" fmla="*/ 19 w 21"/>
                  <a:gd name="T39" fmla="*/ 0 h 19"/>
                  <a:gd name="T40" fmla="*/ 21 w 21"/>
                  <a:gd name="T41" fmla="*/ 17 h 19"/>
                  <a:gd name="T42" fmla="*/ 21 w 21"/>
                  <a:gd name="T43" fmla="*/ 17 h 19"/>
                  <a:gd name="T44" fmla="*/ 20 w 21"/>
                  <a:gd name="T45" fmla="*/ 16 h 19"/>
                  <a:gd name="T46" fmla="*/ 20 w 21"/>
                  <a:gd name="T47" fmla="*/ 15 h 19"/>
                  <a:gd name="T48" fmla="*/ 19 w 21"/>
                  <a:gd name="T49" fmla="*/ 14 h 19"/>
                  <a:gd name="T50" fmla="*/ 17 w 21"/>
                  <a:gd name="T51" fmla="*/ 14 h 19"/>
                  <a:gd name="T52" fmla="*/ 5 w 21"/>
                  <a:gd name="T53" fmla="*/ 16 h 19"/>
                  <a:gd name="T54" fmla="*/ 3 w 21"/>
                  <a:gd name="T55" fmla="*/ 16 h 19"/>
                  <a:gd name="T56" fmla="*/ 2 w 21"/>
                  <a:gd name="T57" fmla="*/ 17 h 19"/>
                  <a:gd name="T58" fmla="*/ 2 w 21"/>
                  <a:gd name="T59" fmla="*/ 18 h 19"/>
                  <a:gd name="T60" fmla="*/ 2 w 21"/>
                  <a:gd name="T61" fmla="*/ 19 h 19"/>
                  <a:gd name="T62" fmla="*/ 2 w 21"/>
                  <a:gd name="T63" fmla="*/ 19 h 19"/>
                  <a:gd name="T64" fmla="*/ 0 w 21"/>
                  <a:gd name="T65" fmla="*/ 3 h 19"/>
                  <a:gd name="T66" fmla="*/ 6 w 21"/>
                  <a:gd name="T67" fmla="*/ 2 h 19"/>
                  <a:gd name="T68" fmla="*/ 6 w 21"/>
                  <a:gd name="T69" fmla="*/ 3 h 19"/>
                  <a:gd name="T70" fmla="*/ 3 w 21"/>
                  <a:gd name="T71" fmla="*/ 4 h 19"/>
                  <a:gd name="T72" fmla="*/ 2 w 21"/>
                  <a:gd name="T73" fmla="*/ 6 h 19"/>
                  <a:gd name="T74" fmla="*/ 2 w 21"/>
                  <a:gd name="T75" fmla="*/ 9 h 19"/>
                  <a:gd name="T76" fmla="*/ 2 w 21"/>
                  <a:gd name="T77" fmla="*/ 11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1" h="19">
                    <a:moveTo>
                      <a:pt x="2" y="11"/>
                    </a:moveTo>
                    <a:cubicBezTo>
                      <a:pt x="10" y="10"/>
                      <a:pt x="10" y="10"/>
                      <a:pt x="10" y="10"/>
                    </a:cubicBezTo>
                    <a:cubicBezTo>
                      <a:pt x="10" y="10"/>
                      <a:pt x="10" y="10"/>
                      <a:pt x="10" y="10"/>
                    </a:cubicBezTo>
                    <a:cubicBezTo>
                      <a:pt x="10" y="9"/>
                      <a:pt x="9" y="8"/>
                      <a:pt x="8" y="8"/>
                    </a:cubicBezTo>
                    <a:cubicBezTo>
                      <a:pt x="8" y="7"/>
                      <a:pt x="6" y="7"/>
                      <a:pt x="5" y="7"/>
                    </a:cubicBezTo>
                    <a:cubicBezTo>
                      <a:pt x="5" y="6"/>
                      <a:pt x="5" y="6"/>
                      <a:pt x="5" y="6"/>
                    </a:cubicBezTo>
                    <a:cubicBezTo>
                      <a:pt x="15" y="5"/>
                      <a:pt x="15" y="5"/>
                      <a:pt x="15" y="5"/>
                    </a:cubicBezTo>
                    <a:cubicBezTo>
                      <a:pt x="15" y="6"/>
                      <a:pt x="15" y="6"/>
                      <a:pt x="15" y="6"/>
                    </a:cubicBezTo>
                    <a:cubicBezTo>
                      <a:pt x="14" y="6"/>
                      <a:pt x="13" y="6"/>
                      <a:pt x="12" y="7"/>
                    </a:cubicBezTo>
                    <a:cubicBezTo>
                      <a:pt x="12" y="7"/>
                      <a:pt x="11" y="8"/>
                      <a:pt x="11" y="8"/>
                    </a:cubicBezTo>
                    <a:cubicBezTo>
                      <a:pt x="11" y="9"/>
                      <a:pt x="11" y="9"/>
                      <a:pt x="11" y="10"/>
                    </a:cubicBezTo>
                    <a:cubicBezTo>
                      <a:pt x="16" y="10"/>
                      <a:pt x="16" y="10"/>
                      <a:pt x="16" y="10"/>
                    </a:cubicBezTo>
                    <a:cubicBezTo>
                      <a:pt x="17" y="10"/>
                      <a:pt x="18" y="9"/>
                      <a:pt x="18" y="9"/>
                    </a:cubicBezTo>
                    <a:cubicBezTo>
                      <a:pt x="19" y="9"/>
                      <a:pt x="19" y="9"/>
                      <a:pt x="19" y="9"/>
                    </a:cubicBezTo>
                    <a:cubicBezTo>
                      <a:pt x="19" y="8"/>
                      <a:pt x="19" y="8"/>
                      <a:pt x="19" y="8"/>
                    </a:cubicBezTo>
                    <a:cubicBezTo>
                      <a:pt x="19" y="6"/>
                      <a:pt x="19" y="6"/>
                      <a:pt x="19" y="6"/>
                    </a:cubicBezTo>
                    <a:cubicBezTo>
                      <a:pt x="19" y="5"/>
                      <a:pt x="18" y="3"/>
                      <a:pt x="17" y="2"/>
                    </a:cubicBezTo>
                    <a:cubicBezTo>
                      <a:pt x="16" y="1"/>
                      <a:pt x="15" y="1"/>
                      <a:pt x="13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0" y="15"/>
                      <a:pt x="20" y="15"/>
                      <a:pt x="20" y="15"/>
                    </a:cubicBezTo>
                    <a:cubicBezTo>
                      <a:pt x="20" y="14"/>
                      <a:pt x="20" y="14"/>
                      <a:pt x="19" y="14"/>
                    </a:cubicBezTo>
                    <a:cubicBezTo>
                      <a:pt x="19" y="14"/>
                      <a:pt x="18" y="14"/>
                      <a:pt x="17" y="14"/>
                    </a:cubicBezTo>
                    <a:cubicBezTo>
                      <a:pt x="5" y="16"/>
                      <a:pt x="5" y="16"/>
                      <a:pt x="5" y="16"/>
                    </a:cubicBezTo>
                    <a:cubicBezTo>
                      <a:pt x="4" y="16"/>
                      <a:pt x="3" y="16"/>
                      <a:pt x="3" y="16"/>
                    </a:cubicBezTo>
                    <a:cubicBezTo>
                      <a:pt x="3" y="16"/>
                      <a:pt x="3" y="16"/>
                      <a:pt x="2" y="17"/>
                    </a:cubicBezTo>
                    <a:cubicBezTo>
                      <a:pt x="2" y="17"/>
                      <a:pt x="2" y="17"/>
                      <a:pt x="2" y="18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3"/>
                      <a:pt x="6" y="3"/>
                      <a:pt x="6" y="3"/>
                    </a:cubicBezTo>
                    <a:cubicBezTo>
                      <a:pt x="4" y="3"/>
                      <a:pt x="3" y="3"/>
                      <a:pt x="3" y="4"/>
                    </a:cubicBezTo>
                    <a:cubicBezTo>
                      <a:pt x="2" y="5"/>
                      <a:pt x="2" y="5"/>
                      <a:pt x="2" y="6"/>
                    </a:cubicBezTo>
                    <a:cubicBezTo>
                      <a:pt x="2" y="7"/>
                      <a:pt x="2" y="8"/>
                      <a:pt x="2" y="9"/>
                    </a:cubicBezTo>
                    <a:lnTo>
                      <a:pt x="2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5" name="Freeform 14"/>
              <p:cNvSpPr/>
              <p:nvPr/>
            </p:nvSpPr>
            <p:spPr bwMode="auto">
              <a:xfrm>
                <a:off x="857250" y="688975"/>
                <a:ext cx="73025" cy="79375"/>
              </a:xfrm>
              <a:custGeom>
                <a:avLst/>
                <a:gdLst>
                  <a:gd name="T0" fmla="*/ 9 w 22"/>
                  <a:gd name="T1" fmla="*/ 11 h 24"/>
                  <a:gd name="T2" fmla="*/ 18 w 22"/>
                  <a:gd name="T3" fmla="*/ 6 h 24"/>
                  <a:gd name="T4" fmla="*/ 21 w 22"/>
                  <a:gd name="T5" fmla="*/ 4 h 24"/>
                  <a:gd name="T6" fmla="*/ 22 w 22"/>
                  <a:gd name="T7" fmla="*/ 2 h 24"/>
                  <a:gd name="T8" fmla="*/ 22 w 22"/>
                  <a:gd name="T9" fmla="*/ 2 h 24"/>
                  <a:gd name="T10" fmla="*/ 21 w 22"/>
                  <a:gd name="T11" fmla="*/ 12 h 24"/>
                  <a:gd name="T12" fmla="*/ 20 w 22"/>
                  <a:gd name="T13" fmla="*/ 12 h 24"/>
                  <a:gd name="T14" fmla="*/ 20 w 22"/>
                  <a:gd name="T15" fmla="*/ 11 h 24"/>
                  <a:gd name="T16" fmla="*/ 20 w 22"/>
                  <a:gd name="T17" fmla="*/ 10 h 24"/>
                  <a:gd name="T18" fmla="*/ 17 w 22"/>
                  <a:gd name="T19" fmla="*/ 11 h 24"/>
                  <a:gd name="T20" fmla="*/ 11 w 22"/>
                  <a:gd name="T21" fmla="*/ 15 h 24"/>
                  <a:gd name="T22" fmla="*/ 12 w 22"/>
                  <a:gd name="T23" fmla="*/ 16 h 24"/>
                  <a:gd name="T24" fmla="*/ 17 w 22"/>
                  <a:gd name="T25" fmla="*/ 17 h 24"/>
                  <a:gd name="T26" fmla="*/ 19 w 22"/>
                  <a:gd name="T27" fmla="*/ 17 h 24"/>
                  <a:gd name="T28" fmla="*/ 19 w 22"/>
                  <a:gd name="T29" fmla="*/ 16 h 24"/>
                  <a:gd name="T30" fmla="*/ 20 w 22"/>
                  <a:gd name="T31" fmla="*/ 15 h 24"/>
                  <a:gd name="T32" fmla="*/ 20 w 22"/>
                  <a:gd name="T33" fmla="*/ 15 h 24"/>
                  <a:gd name="T34" fmla="*/ 19 w 22"/>
                  <a:gd name="T35" fmla="*/ 24 h 24"/>
                  <a:gd name="T36" fmla="*/ 18 w 22"/>
                  <a:gd name="T37" fmla="*/ 24 h 24"/>
                  <a:gd name="T38" fmla="*/ 19 w 22"/>
                  <a:gd name="T39" fmla="*/ 24 h 24"/>
                  <a:gd name="T40" fmla="*/ 18 w 22"/>
                  <a:gd name="T41" fmla="*/ 22 h 24"/>
                  <a:gd name="T42" fmla="*/ 18 w 22"/>
                  <a:gd name="T43" fmla="*/ 22 h 24"/>
                  <a:gd name="T44" fmla="*/ 16 w 22"/>
                  <a:gd name="T45" fmla="*/ 21 h 24"/>
                  <a:gd name="T46" fmla="*/ 3 w 22"/>
                  <a:gd name="T47" fmla="*/ 19 h 24"/>
                  <a:gd name="T48" fmla="*/ 2 w 22"/>
                  <a:gd name="T49" fmla="*/ 19 h 24"/>
                  <a:gd name="T50" fmla="*/ 1 w 22"/>
                  <a:gd name="T51" fmla="*/ 20 h 24"/>
                  <a:gd name="T52" fmla="*/ 0 w 22"/>
                  <a:gd name="T53" fmla="*/ 21 h 24"/>
                  <a:gd name="T54" fmla="*/ 0 w 22"/>
                  <a:gd name="T55" fmla="*/ 22 h 24"/>
                  <a:gd name="T56" fmla="*/ 0 w 22"/>
                  <a:gd name="T57" fmla="*/ 21 h 24"/>
                  <a:gd name="T58" fmla="*/ 1 w 22"/>
                  <a:gd name="T59" fmla="*/ 12 h 24"/>
                  <a:gd name="T60" fmla="*/ 2 w 22"/>
                  <a:gd name="T61" fmla="*/ 12 h 24"/>
                  <a:gd name="T62" fmla="*/ 2 w 22"/>
                  <a:gd name="T63" fmla="*/ 13 h 24"/>
                  <a:gd name="T64" fmla="*/ 2 w 22"/>
                  <a:gd name="T65" fmla="*/ 14 h 24"/>
                  <a:gd name="T66" fmla="*/ 4 w 22"/>
                  <a:gd name="T67" fmla="*/ 15 h 24"/>
                  <a:gd name="T68" fmla="*/ 10 w 22"/>
                  <a:gd name="T69" fmla="*/ 16 h 24"/>
                  <a:gd name="T70" fmla="*/ 5 w 22"/>
                  <a:gd name="T71" fmla="*/ 8 h 24"/>
                  <a:gd name="T72" fmla="*/ 4 w 22"/>
                  <a:gd name="T73" fmla="*/ 6 h 24"/>
                  <a:gd name="T74" fmla="*/ 3 w 22"/>
                  <a:gd name="T75" fmla="*/ 6 h 24"/>
                  <a:gd name="T76" fmla="*/ 2 w 22"/>
                  <a:gd name="T77" fmla="*/ 8 h 24"/>
                  <a:gd name="T78" fmla="*/ 2 w 22"/>
                  <a:gd name="T79" fmla="*/ 8 h 24"/>
                  <a:gd name="T80" fmla="*/ 3 w 22"/>
                  <a:gd name="T81" fmla="*/ 0 h 24"/>
                  <a:gd name="T82" fmla="*/ 4 w 22"/>
                  <a:gd name="T83" fmla="*/ 0 h 24"/>
                  <a:gd name="T84" fmla="*/ 4 w 22"/>
                  <a:gd name="T85" fmla="*/ 2 h 24"/>
                  <a:gd name="T86" fmla="*/ 5 w 22"/>
                  <a:gd name="T87" fmla="*/ 5 h 24"/>
                  <a:gd name="T88" fmla="*/ 9 w 22"/>
                  <a:gd name="T89" fmla="*/ 11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22" h="24">
                    <a:moveTo>
                      <a:pt x="9" y="11"/>
                    </a:moveTo>
                    <a:cubicBezTo>
                      <a:pt x="18" y="6"/>
                      <a:pt x="18" y="6"/>
                      <a:pt x="18" y="6"/>
                    </a:cubicBezTo>
                    <a:cubicBezTo>
                      <a:pt x="20" y="5"/>
                      <a:pt x="21" y="4"/>
                      <a:pt x="21" y="4"/>
                    </a:cubicBezTo>
                    <a:cubicBezTo>
                      <a:pt x="22" y="3"/>
                      <a:pt x="22" y="3"/>
                      <a:pt x="22" y="2"/>
                    </a:cubicBezTo>
                    <a:cubicBezTo>
                      <a:pt x="22" y="2"/>
                      <a:pt x="22" y="2"/>
                      <a:pt x="22" y="2"/>
                    </a:cubicBezTo>
                    <a:cubicBezTo>
                      <a:pt x="21" y="12"/>
                      <a:pt x="21" y="12"/>
                      <a:pt x="21" y="12"/>
                    </a:cubicBezTo>
                    <a:cubicBezTo>
                      <a:pt x="20" y="12"/>
                      <a:pt x="20" y="12"/>
                      <a:pt x="20" y="12"/>
                    </a:cubicBezTo>
                    <a:cubicBezTo>
                      <a:pt x="20" y="11"/>
                      <a:pt x="20" y="11"/>
                      <a:pt x="20" y="11"/>
                    </a:cubicBezTo>
                    <a:cubicBezTo>
                      <a:pt x="20" y="11"/>
                      <a:pt x="20" y="10"/>
                      <a:pt x="20" y="10"/>
                    </a:cubicBezTo>
                    <a:cubicBezTo>
                      <a:pt x="19" y="10"/>
                      <a:pt x="19" y="11"/>
                      <a:pt x="17" y="11"/>
                    </a:cubicBezTo>
                    <a:cubicBezTo>
                      <a:pt x="11" y="15"/>
                      <a:pt x="11" y="15"/>
                      <a:pt x="11" y="15"/>
                    </a:cubicBezTo>
                    <a:cubicBezTo>
                      <a:pt x="12" y="16"/>
                      <a:pt x="12" y="16"/>
                      <a:pt x="12" y="16"/>
                    </a:cubicBezTo>
                    <a:cubicBezTo>
                      <a:pt x="17" y="17"/>
                      <a:pt x="17" y="17"/>
                      <a:pt x="17" y="17"/>
                    </a:cubicBezTo>
                    <a:cubicBezTo>
                      <a:pt x="18" y="17"/>
                      <a:pt x="18" y="17"/>
                      <a:pt x="19" y="17"/>
                    </a:cubicBezTo>
                    <a:cubicBezTo>
                      <a:pt x="19" y="17"/>
                      <a:pt x="19" y="16"/>
                      <a:pt x="19" y="16"/>
                    </a:cubicBezTo>
                    <a:cubicBezTo>
                      <a:pt x="20" y="16"/>
                      <a:pt x="20" y="15"/>
                      <a:pt x="20" y="15"/>
                    </a:cubicBezTo>
                    <a:cubicBezTo>
                      <a:pt x="20" y="15"/>
                      <a:pt x="20" y="15"/>
                      <a:pt x="20" y="15"/>
                    </a:cubicBezTo>
                    <a:cubicBezTo>
                      <a:pt x="19" y="24"/>
                      <a:pt x="19" y="24"/>
                      <a:pt x="19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19" y="24"/>
                      <a:pt x="19" y="24"/>
                      <a:pt x="19" y="24"/>
                    </a:cubicBezTo>
                    <a:cubicBezTo>
                      <a:pt x="19" y="23"/>
                      <a:pt x="19" y="23"/>
                      <a:pt x="18" y="22"/>
                    </a:cubicBezTo>
                    <a:cubicBezTo>
                      <a:pt x="18" y="22"/>
                      <a:pt x="18" y="22"/>
                      <a:pt x="18" y="22"/>
                    </a:cubicBezTo>
                    <a:cubicBezTo>
                      <a:pt x="18" y="21"/>
                      <a:pt x="17" y="21"/>
                      <a:pt x="16" y="21"/>
                    </a:cubicBezTo>
                    <a:cubicBezTo>
                      <a:pt x="3" y="19"/>
                      <a:pt x="3" y="19"/>
                      <a:pt x="3" y="19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1" y="19"/>
                      <a:pt x="1" y="19"/>
                      <a:pt x="1" y="20"/>
                    </a:cubicBezTo>
                    <a:cubicBezTo>
                      <a:pt x="1" y="20"/>
                      <a:pt x="0" y="20"/>
                      <a:pt x="0" y="21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21"/>
                      <a:pt x="0" y="21"/>
                      <a:pt x="0" y="21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2" y="12"/>
                      <a:pt x="2" y="12"/>
                      <a:pt x="2" y="12"/>
                    </a:cubicBezTo>
                    <a:cubicBezTo>
                      <a:pt x="2" y="13"/>
                      <a:pt x="2" y="13"/>
                      <a:pt x="2" y="13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3" y="14"/>
                      <a:pt x="3" y="14"/>
                      <a:pt x="4" y="15"/>
                    </a:cubicBezTo>
                    <a:cubicBezTo>
                      <a:pt x="10" y="16"/>
                      <a:pt x="10" y="16"/>
                      <a:pt x="10" y="16"/>
                    </a:cubicBezTo>
                    <a:cubicBezTo>
                      <a:pt x="5" y="8"/>
                      <a:pt x="5" y="8"/>
                      <a:pt x="5" y="8"/>
                    </a:cubicBezTo>
                    <a:cubicBezTo>
                      <a:pt x="5" y="6"/>
                      <a:pt x="4" y="6"/>
                      <a:pt x="4" y="6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3" y="6"/>
                      <a:pt x="3" y="7"/>
                      <a:pt x="2" y="8"/>
                    </a:cubicBezTo>
                    <a:cubicBezTo>
                      <a:pt x="2" y="8"/>
                      <a:pt x="2" y="8"/>
                      <a:pt x="2" y="8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3" y="1"/>
                      <a:pt x="4" y="1"/>
                      <a:pt x="4" y="2"/>
                    </a:cubicBezTo>
                    <a:cubicBezTo>
                      <a:pt x="4" y="2"/>
                      <a:pt x="4" y="3"/>
                      <a:pt x="5" y="5"/>
                    </a:cubicBezTo>
                    <a:lnTo>
                      <a:pt x="9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6" name="Freeform 15"/>
              <p:cNvSpPr/>
              <p:nvPr/>
            </p:nvSpPr>
            <p:spPr bwMode="auto">
              <a:xfrm>
                <a:off x="884238" y="608013"/>
                <a:ext cx="73025" cy="53975"/>
              </a:xfrm>
              <a:custGeom>
                <a:avLst/>
                <a:gdLst>
                  <a:gd name="T0" fmla="*/ 21 w 22"/>
                  <a:gd name="T1" fmla="*/ 7 h 16"/>
                  <a:gd name="T2" fmla="*/ 22 w 22"/>
                  <a:gd name="T3" fmla="*/ 7 h 16"/>
                  <a:gd name="T4" fmla="*/ 18 w 22"/>
                  <a:gd name="T5" fmla="*/ 16 h 16"/>
                  <a:gd name="T6" fmla="*/ 17 w 22"/>
                  <a:gd name="T7" fmla="*/ 16 h 16"/>
                  <a:gd name="T8" fmla="*/ 18 w 22"/>
                  <a:gd name="T9" fmla="*/ 16 h 16"/>
                  <a:gd name="T10" fmla="*/ 18 w 22"/>
                  <a:gd name="T11" fmla="*/ 14 h 16"/>
                  <a:gd name="T12" fmla="*/ 17 w 22"/>
                  <a:gd name="T13" fmla="*/ 13 h 16"/>
                  <a:gd name="T14" fmla="*/ 16 w 22"/>
                  <a:gd name="T15" fmla="*/ 13 h 16"/>
                  <a:gd name="T16" fmla="*/ 4 w 22"/>
                  <a:gd name="T17" fmla="*/ 8 h 16"/>
                  <a:gd name="T18" fmla="*/ 2 w 22"/>
                  <a:gd name="T19" fmla="*/ 7 h 16"/>
                  <a:gd name="T20" fmla="*/ 1 w 22"/>
                  <a:gd name="T21" fmla="*/ 8 h 16"/>
                  <a:gd name="T22" fmla="*/ 1 w 22"/>
                  <a:gd name="T23" fmla="*/ 9 h 16"/>
                  <a:gd name="T24" fmla="*/ 0 w 22"/>
                  <a:gd name="T25" fmla="*/ 9 h 16"/>
                  <a:gd name="T26" fmla="*/ 0 w 22"/>
                  <a:gd name="T27" fmla="*/ 9 h 16"/>
                  <a:gd name="T28" fmla="*/ 4 w 22"/>
                  <a:gd name="T29" fmla="*/ 0 h 16"/>
                  <a:gd name="T30" fmla="*/ 4 w 22"/>
                  <a:gd name="T31" fmla="*/ 0 h 16"/>
                  <a:gd name="T32" fmla="*/ 4 w 22"/>
                  <a:gd name="T33" fmla="*/ 0 h 16"/>
                  <a:gd name="T34" fmla="*/ 4 w 22"/>
                  <a:gd name="T35" fmla="*/ 2 h 16"/>
                  <a:gd name="T36" fmla="*/ 4 w 22"/>
                  <a:gd name="T37" fmla="*/ 3 h 16"/>
                  <a:gd name="T38" fmla="*/ 6 w 22"/>
                  <a:gd name="T39" fmla="*/ 3 h 16"/>
                  <a:gd name="T40" fmla="*/ 18 w 22"/>
                  <a:gd name="T41" fmla="*/ 8 h 16"/>
                  <a:gd name="T42" fmla="*/ 19 w 22"/>
                  <a:gd name="T43" fmla="*/ 9 h 16"/>
                  <a:gd name="T44" fmla="*/ 20 w 22"/>
                  <a:gd name="T45" fmla="*/ 8 h 16"/>
                  <a:gd name="T46" fmla="*/ 21 w 22"/>
                  <a:gd name="T47" fmla="*/ 7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2" h="16">
                    <a:moveTo>
                      <a:pt x="21" y="7"/>
                    </a:moveTo>
                    <a:cubicBezTo>
                      <a:pt x="22" y="7"/>
                      <a:pt x="22" y="7"/>
                      <a:pt x="22" y="7"/>
                    </a:cubicBezTo>
                    <a:cubicBezTo>
                      <a:pt x="18" y="16"/>
                      <a:pt x="18" y="16"/>
                      <a:pt x="18" y="16"/>
                    </a:cubicBezTo>
                    <a:cubicBezTo>
                      <a:pt x="17" y="16"/>
                      <a:pt x="17" y="16"/>
                      <a:pt x="17" y="16"/>
                    </a:cubicBezTo>
                    <a:cubicBezTo>
                      <a:pt x="18" y="16"/>
                      <a:pt x="18" y="16"/>
                      <a:pt x="18" y="16"/>
                    </a:cubicBezTo>
                    <a:cubicBezTo>
                      <a:pt x="18" y="15"/>
                      <a:pt x="18" y="15"/>
                      <a:pt x="18" y="14"/>
                    </a:cubicBezTo>
                    <a:cubicBezTo>
                      <a:pt x="18" y="14"/>
                      <a:pt x="18" y="14"/>
                      <a:pt x="17" y="13"/>
                    </a:cubicBezTo>
                    <a:cubicBezTo>
                      <a:pt x="17" y="13"/>
                      <a:pt x="17" y="13"/>
                      <a:pt x="16" y="13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3" y="7"/>
                      <a:pt x="3" y="7"/>
                      <a:pt x="2" y="7"/>
                    </a:cubicBezTo>
                    <a:cubicBezTo>
                      <a:pt x="2" y="7"/>
                      <a:pt x="2" y="7"/>
                      <a:pt x="1" y="8"/>
                    </a:cubicBezTo>
                    <a:cubicBezTo>
                      <a:pt x="1" y="8"/>
                      <a:pt x="1" y="8"/>
                      <a:pt x="1" y="9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1"/>
                      <a:pt x="4" y="1"/>
                      <a:pt x="4" y="2"/>
                    </a:cubicBezTo>
                    <a:cubicBezTo>
                      <a:pt x="4" y="2"/>
                      <a:pt x="4" y="2"/>
                      <a:pt x="4" y="3"/>
                    </a:cubicBezTo>
                    <a:cubicBezTo>
                      <a:pt x="4" y="3"/>
                      <a:pt x="5" y="3"/>
                      <a:pt x="6" y="3"/>
                    </a:cubicBezTo>
                    <a:cubicBezTo>
                      <a:pt x="18" y="8"/>
                      <a:pt x="18" y="8"/>
                      <a:pt x="18" y="8"/>
                    </a:cubicBezTo>
                    <a:cubicBezTo>
                      <a:pt x="19" y="9"/>
                      <a:pt x="19" y="9"/>
                      <a:pt x="19" y="9"/>
                    </a:cubicBezTo>
                    <a:cubicBezTo>
                      <a:pt x="20" y="9"/>
                      <a:pt x="20" y="9"/>
                      <a:pt x="20" y="8"/>
                    </a:cubicBezTo>
                    <a:cubicBezTo>
                      <a:pt x="21" y="8"/>
                      <a:pt x="21" y="8"/>
                      <a:pt x="21" y="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7" name="Freeform 16"/>
              <p:cNvSpPr/>
              <p:nvPr/>
            </p:nvSpPr>
            <p:spPr bwMode="auto">
              <a:xfrm>
                <a:off x="920750" y="504825"/>
                <a:ext cx="85725" cy="93662"/>
              </a:xfrm>
              <a:custGeom>
                <a:avLst/>
                <a:gdLst>
                  <a:gd name="T0" fmla="*/ 4 w 26"/>
                  <a:gd name="T1" fmla="*/ 11 h 28"/>
                  <a:gd name="T2" fmla="*/ 19 w 26"/>
                  <a:gd name="T3" fmla="*/ 10 h 28"/>
                  <a:gd name="T4" fmla="*/ 12 w 26"/>
                  <a:gd name="T5" fmla="*/ 5 h 28"/>
                  <a:gd name="T6" fmla="*/ 10 w 26"/>
                  <a:gd name="T7" fmla="*/ 4 h 28"/>
                  <a:gd name="T8" fmla="*/ 8 w 26"/>
                  <a:gd name="T9" fmla="*/ 6 h 28"/>
                  <a:gd name="T10" fmla="*/ 8 w 26"/>
                  <a:gd name="T11" fmla="*/ 5 h 28"/>
                  <a:gd name="T12" fmla="*/ 12 w 26"/>
                  <a:gd name="T13" fmla="*/ 0 h 28"/>
                  <a:gd name="T14" fmla="*/ 12 w 26"/>
                  <a:gd name="T15" fmla="*/ 1 h 28"/>
                  <a:gd name="T16" fmla="*/ 11 w 26"/>
                  <a:gd name="T17" fmla="*/ 2 h 28"/>
                  <a:gd name="T18" fmla="*/ 12 w 26"/>
                  <a:gd name="T19" fmla="*/ 3 h 28"/>
                  <a:gd name="T20" fmla="*/ 13 w 26"/>
                  <a:gd name="T21" fmla="*/ 4 h 28"/>
                  <a:gd name="T22" fmla="*/ 26 w 26"/>
                  <a:gd name="T23" fmla="*/ 14 h 28"/>
                  <a:gd name="T24" fmla="*/ 26 w 26"/>
                  <a:gd name="T25" fmla="*/ 14 h 28"/>
                  <a:gd name="T26" fmla="*/ 5 w 26"/>
                  <a:gd name="T27" fmla="*/ 16 h 28"/>
                  <a:gd name="T28" fmla="*/ 15 w 26"/>
                  <a:gd name="T29" fmla="*/ 23 h 28"/>
                  <a:gd name="T30" fmla="*/ 17 w 26"/>
                  <a:gd name="T31" fmla="*/ 23 h 28"/>
                  <a:gd name="T32" fmla="*/ 19 w 26"/>
                  <a:gd name="T33" fmla="*/ 22 h 28"/>
                  <a:gd name="T34" fmla="*/ 19 w 26"/>
                  <a:gd name="T35" fmla="*/ 22 h 28"/>
                  <a:gd name="T36" fmla="*/ 20 w 26"/>
                  <a:gd name="T37" fmla="*/ 22 h 28"/>
                  <a:gd name="T38" fmla="*/ 16 w 26"/>
                  <a:gd name="T39" fmla="*/ 28 h 28"/>
                  <a:gd name="T40" fmla="*/ 15 w 26"/>
                  <a:gd name="T41" fmla="*/ 28 h 28"/>
                  <a:gd name="T42" fmla="*/ 16 w 26"/>
                  <a:gd name="T43" fmla="*/ 25 h 28"/>
                  <a:gd name="T44" fmla="*/ 15 w 26"/>
                  <a:gd name="T45" fmla="*/ 24 h 28"/>
                  <a:gd name="T46" fmla="*/ 3 w 26"/>
                  <a:gd name="T47" fmla="*/ 16 h 28"/>
                  <a:gd name="T48" fmla="*/ 3 w 26"/>
                  <a:gd name="T49" fmla="*/ 16 h 28"/>
                  <a:gd name="T50" fmla="*/ 1 w 26"/>
                  <a:gd name="T51" fmla="*/ 16 h 28"/>
                  <a:gd name="T52" fmla="*/ 0 w 26"/>
                  <a:gd name="T53" fmla="*/ 17 h 28"/>
                  <a:gd name="T54" fmla="*/ 0 w 26"/>
                  <a:gd name="T55" fmla="*/ 17 h 28"/>
                  <a:gd name="T56" fmla="*/ 4 w 26"/>
                  <a:gd name="T57" fmla="*/ 11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26" h="28">
                    <a:moveTo>
                      <a:pt x="4" y="11"/>
                    </a:moveTo>
                    <a:cubicBezTo>
                      <a:pt x="19" y="10"/>
                      <a:pt x="19" y="10"/>
                      <a:pt x="19" y="10"/>
                    </a:cubicBezTo>
                    <a:cubicBezTo>
                      <a:pt x="12" y="5"/>
                      <a:pt x="12" y="5"/>
                      <a:pt x="12" y="5"/>
                    </a:cubicBezTo>
                    <a:cubicBezTo>
                      <a:pt x="11" y="5"/>
                      <a:pt x="11" y="4"/>
                      <a:pt x="10" y="4"/>
                    </a:cubicBezTo>
                    <a:cubicBezTo>
                      <a:pt x="9" y="4"/>
                      <a:pt x="9" y="5"/>
                      <a:pt x="8" y="6"/>
                    </a:cubicBezTo>
                    <a:cubicBezTo>
                      <a:pt x="8" y="5"/>
                      <a:pt x="8" y="5"/>
                      <a:pt x="8" y="5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12" y="1"/>
                      <a:pt x="12" y="1"/>
                      <a:pt x="12" y="1"/>
                    </a:cubicBezTo>
                    <a:cubicBezTo>
                      <a:pt x="12" y="1"/>
                      <a:pt x="11" y="2"/>
                      <a:pt x="11" y="2"/>
                    </a:cubicBezTo>
                    <a:cubicBezTo>
                      <a:pt x="11" y="2"/>
                      <a:pt x="11" y="3"/>
                      <a:pt x="12" y="3"/>
                    </a:cubicBezTo>
                    <a:cubicBezTo>
                      <a:pt x="12" y="4"/>
                      <a:pt x="12" y="4"/>
                      <a:pt x="13" y="4"/>
                    </a:cubicBezTo>
                    <a:cubicBezTo>
                      <a:pt x="26" y="14"/>
                      <a:pt x="26" y="14"/>
                      <a:pt x="26" y="14"/>
                    </a:cubicBezTo>
                    <a:cubicBezTo>
                      <a:pt x="26" y="14"/>
                      <a:pt x="26" y="14"/>
                      <a:pt x="26" y="14"/>
                    </a:cubicBezTo>
                    <a:cubicBezTo>
                      <a:pt x="5" y="16"/>
                      <a:pt x="5" y="16"/>
                      <a:pt x="5" y="16"/>
                    </a:cubicBezTo>
                    <a:cubicBezTo>
                      <a:pt x="15" y="23"/>
                      <a:pt x="15" y="23"/>
                      <a:pt x="15" y="23"/>
                    </a:cubicBezTo>
                    <a:cubicBezTo>
                      <a:pt x="16" y="23"/>
                      <a:pt x="17" y="24"/>
                      <a:pt x="17" y="23"/>
                    </a:cubicBezTo>
                    <a:cubicBezTo>
                      <a:pt x="18" y="23"/>
                      <a:pt x="19" y="23"/>
                      <a:pt x="19" y="22"/>
                    </a:cubicBezTo>
                    <a:cubicBezTo>
                      <a:pt x="19" y="22"/>
                      <a:pt x="19" y="22"/>
                      <a:pt x="19" y="22"/>
                    </a:cubicBezTo>
                    <a:cubicBezTo>
                      <a:pt x="20" y="22"/>
                      <a:pt x="20" y="22"/>
                      <a:pt x="20" y="22"/>
                    </a:cubicBezTo>
                    <a:cubicBezTo>
                      <a:pt x="16" y="28"/>
                      <a:pt x="16" y="28"/>
                      <a:pt x="16" y="28"/>
                    </a:cubicBezTo>
                    <a:cubicBezTo>
                      <a:pt x="15" y="28"/>
                      <a:pt x="15" y="28"/>
                      <a:pt x="15" y="28"/>
                    </a:cubicBezTo>
                    <a:cubicBezTo>
                      <a:pt x="16" y="27"/>
                      <a:pt x="16" y="26"/>
                      <a:pt x="16" y="25"/>
                    </a:cubicBezTo>
                    <a:cubicBezTo>
                      <a:pt x="16" y="25"/>
                      <a:pt x="15" y="24"/>
                      <a:pt x="15" y="24"/>
                    </a:cubicBezTo>
                    <a:cubicBezTo>
                      <a:pt x="3" y="16"/>
                      <a:pt x="3" y="16"/>
                      <a:pt x="3" y="16"/>
                    </a:cubicBezTo>
                    <a:cubicBezTo>
                      <a:pt x="3" y="16"/>
                      <a:pt x="3" y="16"/>
                      <a:pt x="3" y="16"/>
                    </a:cubicBezTo>
                    <a:cubicBezTo>
                      <a:pt x="2" y="16"/>
                      <a:pt x="2" y="16"/>
                      <a:pt x="1" y="16"/>
                    </a:cubicBezTo>
                    <a:cubicBezTo>
                      <a:pt x="1" y="16"/>
                      <a:pt x="1" y="16"/>
                      <a:pt x="0" y="17"/>
                    </a:cubicBezTo>
                    <a:cubicBezTo>
                      <a:pt x="0" y="17"/>
                      <a:pt x="0" y="17"/>
                      <a:pt x="0" y="17"/>
                    </a:cubicBezTo>
                    <a:lnTo>
                      <a:pt x="4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8" name="Freeform 17"/>
              <p:cNvSpPr/>
              <p:nvPr/>
            </p:nvSpPr>
            <p:spPr bwMode="auto">
              <a:xfrm>
                <a:off x="1009650" y="425450"/>
                <a:ext cx="73025" cy="76200"/>
              </a:xfrm>
              <a:custGeom>
                <a:avLst/>
                <a:gdLst>
                  <a:gd name="T0" fmla="*/ 11 w 22"/>
                  <a:gd name="T1" fmla="*/ 0 h 23"/>
                  <a:gd name="T2" fmla="*/ 15 w 22"/>
                  <a:gd name="T3" fmla="*/ 5 h 23"/>
                  <a:gd name="T4" fmla="*/ 14 w 22"/>
                  <a:gd name="T5" fmla="*/ 5 h 23"/>
                  <a:gd name="T6" fmla="*/ 10 w 22"/>
                  <a:gd name="T7" fmla="*/ 4 h 23"/>
                  <a:gd name="T8" fmla="*/ 5 w 22"/>
                  <a:gd name="T9" fmla="*/ 5 h 23"/>
                  <a:gd name="T10" fmla="*/ 3 w 22"/>
                  <a:gd name="T11" fmla="*/ 9 h 23"/>
                  <a:gd name="T12" fmla="*/ 4 w 22"/>
                  <a:gd name="T13" fmla="*/ 13 h 23"/>
                  <a:gd name="T14" fmla="*/ 6 w 22"/>
                  <a:gd name="T15" fmla="*/ 16 h 23"/>
                  <a:gd name="T16" fmla="*/ 10 w 22"/>
                  <a:gd name="T17" fmla="*/ 20 h 23"/>
                  <a:gd name="T18" fmla="*/ 13 w 22"/>
                  <a:gd name="T19" fmla="*/ 21 h 23"/>
                  <a:gd name="T20" fmla="*/ 17 w 22"/>
                  <a:gd name="T21" fmla="*/ 19 h 23"/>
                  <a:gd name="T22" fmla="*/ 18 w 22"/>
                  <a:gd name="T23" fmla="*/ 18 h 23"/>
                  <a:gd name="T24" fmla="*/ 19 w 22"/>
                  <a:gd name="T25" fmla="*/ 17 h 23"/>
                  <a:gd name="T26" fmla="*/ 16 w 22"/>
                  <a:gd name="T27" fmla="*/ 14 h 23"/>
                  <a:gd name="T28" fmla="*/ 15 w 22"/>
                  <a:gd name="T29" fmla="*/ 13 h 23"/>
                  <a:gd name="T30" fmla="*/ 14 w 22"/>
                  <a:gd name="T31" fmla="*/ 13 h 23"/>
                  <a:gd name="T32" fmla="*/ 13 w 22"/>
                  <a:gd name="T33" fmla="*/ 13 h 23"/>
                  <a:gd name="T34" fmla="*/ 13 w 22"/>
                  <a:gd name="T35" fmla="*/ 14 h 23"/>
                  <a:gd name="T36" fmla="*/ 12 w 22"/>
                  <a:gd name="T37" fmla="*/ 13 h 23"/>
                  <a:gd name="T38" fmla="*/ 20 w 22"/>
                  <a:gd name="T39" fmla="*/ 7 h 23"/>
                  <a:gd name="T40" fmla="*/ 20 w 22"/>
                  <a:gd name="T41" fmla="*/ 8 h 23"/>
                  <a:gd name="T42" fmla="*/ 19 w 22"/>
                  <a:gd name="T43" fmla="*/ 9 h 23"/>
                  <a:gd name="T44" fmla="*/ 19 w 22"/>
                  <a:gd name="T45" fmla="*/ 10 h 23"/>
                  <a:gd name="T46" fmla="*/ 20 w 22"/>
                  <a:gd name="T47" fmla="*/ 11 h 23"/>
                  <a:gd name="T48" fmla="*/ 22 w 22"/>
                  <a:gd name="T49" fmla="*/ 14 h 23"/>
                  <a:gd name="T50" fmla="*/ 20 w 22"/>
                  <a:gd name="T51" fmla="*/ 18 h 23"/>
                  <a:gd name="T52" fmla="*/ 17 w 22"/>
                  <a:gd name="T53" fmla="*/ 21 h 23"/>
                  <a:gd name="T54" fmla="*/ 13 w 22"/>
                  <a:gd name="T55" fmla="*/ 23 h 23"/>
                  <a:gd name="T56" fmla="*/ 9 w 22"/>
                  <a:gd name="T57" fmla="*/ 23 h 23"/>
                  <a:gd name="T58" fmla="*/ 6 w 22"/>
                  <a:gd name="T59" fmla="*/ 23 h 23"/>
                  <a:gd name="T60" fmla="*/ 2 w 22"/>
                  <a:gd name="T61" fmla="*/ 20 h 23"/>
                  <a:gd name="T62" fmla="*/ 0 w 22"/>
                  <a:gd name="T63" fmla="*/ 12 h 23"/>
                  <a:gd name="T64" fmla="*/ 4 w 22"/>
                  <a:gd name="T65" fmla="*/ 5 h 23"/>
                  <a:gd name="T66" fmla="*/ 6 w 22"/>
                  <a:gd name="T67" fmla="*/ 3 h 23"/>
                  <a:gd name="T68" fmla="*/ 8 w 22"/>
                  <a:gd name="T69" fmla="*/ 3 h 23"/>
                  <a:gd name="T70" fmla="*/ 10 w 22"/>
                  <a:gd name="T71" fmla="*/ 2 h 23"/>
                  <a:gd name="T72" fmla="*/ 10 w 22"/>
                  <a:gd name="T73" fmla="*/ 1 h 23"/>
                  <a:gd name="T74" fmla="*/ 10 w 22"/>
                  <a:gd name="T75" fmla="*/ 0 h 23"/>
                  <a:gd name="T76" fmla="*/ 11 w 22"/>
                  <a:gd name="T7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2" h="23">
                    <a:moveTo>
                      <a:pt x="11" y="0"/>
                    </a:moveTo>
                    <a:cubicBezTo>
                      <a:pt x="15" y="5"/>
                      <a:pt x="15" y="5"/>
                      <a:pt x="15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3" y="4"/>
                      <a:pt x="11" y="4"/>
                      <a:pt x="10" y="4"/>
                    </a:cubicBezTo>
                    <a:cubicBezTo>
                      <a:pt x="8" y="4"/>
                      <a:pt x="7" y="4"/>
                      <a:pt x="5" y="5"/>
                    </a:cubicBezTo>
                    <a:cubicBezTo>
                      <a:pt x="4" y="6"/>
                      <a:pt x="4" y="7"/>
                      <a:pt x="3" y="9"/>
                    </a:cubicBezTo>
                    <a:cubicBezTo>
                      <a:pt x="3" y="10"/>
                      <a:pt x="3" y="11"/>
                      <a:pt x="4" y="13"/>
                    </a:cubicBezTo>
                    <a:cubicBezTo>
                      <a:pt x="4" y="14"/>
                      <a:pt x="5" y="15"/>
                      <a:pt x="6" y="16"/>
                    </a:cubicBezTo>
                    <a:cubicBezTo>
                      <a:pt x="7" y="18"/>
                      <a:pt x="9" y="19"/>
                      <a:pt x="10" y="20"/>
                    </a:cubicBezTo>
                    <a:cubicBezTo>
                      <a:pt x="11" y="21"/>
                      <a:pt x="12" y="21"/>
                      <a:pt x="13" y="21"/>
                    </a:cubicBezTo>
                    <a:cubicBezTo>
                      <a:pt x="15" y="21"/>
                      <a:pt x="16" y="20"/>
                      <a:pt x="17" y="19"/>
                    </a:cubicBezTo>
                    <a:cubicBezTo>
                      <a:pt x="17" y="19"/>
                      <a:pt x="17" y="19"/>
                      <a:pt x="18" y="18"/>
                    </a:cubicBezTo>
                    <a:cubicBezTo>
                      <a:pt x="18" y="18"/>
                      <a:pt x="18" y="18"/>
                      <a:pt x="19" y="17"/>
                    </a:cubicBezTo>
                    <a:cubicBezTo>
                      <a:pt x="16" y="14"/>
                      <a:pt x="16" y="14"/>
                      <a:pt x="16" y="14"/>
                    </a:cubicBezTo>
                    <a:cubicBezTo>
                      <a:pt x="16" y="13"/>
                      <a:pt x="15" y="13"/>
                      <a:pt x="15" y="13"/>
                    </a:cubicBezTo>
                    <a:cubicBezTo>
                      <a:pt x="15" y="13"/>
                      <a:pt x="15" y="13"/>
                      <a:pt x="14" y="13"/>
                    </a:cubicBezTo>
                    <a:cubicBezTo>
                      <a:pt x="14" y="13"/>
                      <a:pt x="13" y="13"/>
                      <a:pt x="13" y="13"/>
                    </a:cubicBezTo>
                    <a:cubicBezTo>
                      <a:pt x="13" y="14"/>
                      <a:pt x="13" y="14"/>
                      <a:pt x="13" y="14"/>
                    </a:cubicBezTo>
                    <a:cubicBezTo>
                      <a:pt x="12" y="13"/>
                      <a:pt x="12" y="13"/>
                      <a:pt x="12" y="13"/>
                    </a:cubicBezTo>
                    <a:cubicBezTo>
                      <a:pt x="20" y="7"/>
                      <a:pt x="20" y="7"/>
                      <a:pt x="20" y="7"/>
                    </a:cubicBezTo>
                    <a:cubicBezTo>
                      <a:pt x="20" y="8"/>
                      <a:pt x="20" y="8"/>
                      <a:pt x="20" y="8"/>
                    </a:cubicBezTo>
                    <a:cubicBezTo>
                      <a:pt x="20" y="8"/>
                      <a:pt x="19" y="9"/>
                      <a:pt x="19" y="9"/>
                    </a:cubicBezTo>
                    <a:cubicBezTo>
                      <a:pt x="19" y="9"/>
                      <a:pt x="19" y="10"/>
                      <a:pt x="19" y="10"/>
                    </a:cubicBezTo>
                    <a:cubicBezTo>
                      <a:pt x="19" y="10"/>
                      <a:pt x="19" y="11"/>
                      <a:pt x="20" y="11"/>
                    </a:cubicBezTo>
                    <a:cubicBezTo>
                      <a:pt x="22" y="14"/>
                      <a:pt x="22" y="14"/>
                      <a:pt x="22" y="14"/>
                    </a:cubicBezTo>
                    <a:cubicBezTo>
                      <a:pt x="22" y="15"/>
                      <a:pt x="21" y="17"/>
                      <a:pt x="20" y="18"/>
                    </a:cubicBezTo>
                    <a:cubicBezTo>
                      <a:pt x="19" y="19"/>
                      <a:pt x="18" y="20"/>
                      <a:pt x="17" y="21"/>
                    </a:cubicBezTo>
                    <a:cubicBezTo>
                      <a:pt x="16" y="22"/>
                      <a:pt x="14" y="22"/>
                      <a:pt x="13" y="23"/>
                    </a:cubicBezTo>
                    <a:cubicBezTo>
                      <a:pt x="12" y="23"/>
                      <a:pt x="10" y="23"/>
                      <a:pt x="9" y="23"/>
                    </a:cubicBezTo>
                    <a:cubicBezTo>
                      <a:pt x="8" y="23"/>
                      <a:pt x="7" y="23"/>
                      <a:pt x="6" y="23"/>
                    </a:cubicBezTo>
                    <a:cubicBezTo>
                      <a:pt x="4" y="22"/>
                      <a:pt x="3" y="21"/>
                      <a:pt x="2" y="20"/>
                    </a:cubicBezTo>
                    <a:cubicBezTo>
                      <a:pt x="0" y="17"/>
                      <a:pt x="0" y="15"/>
                      <a:pt x="0" y="12"/>
                    </a:cubicBezTo>
                    <a:cubicBezTo>
                      <a:pt x="0" y="9"/>
                      <a:pt x="2" y="7"/>
                      <a:pt x="4" y="5"/>
                    </a:cubicBezTo>
                    <a:cubicBezTo>
                      <a:pt x="5" y="4"/>
                      <a:pt x="6" y="4"/>
                      <a:pt x="6" y="3"/>
                    </a:cubicBezTo>
                    <a:cubicBezTo>
                      <a:pt x="7" y="3"/>
                      <a:pt x="7" y="3"/>
                      <a:pt x="8" y="3"/>
                    </a:cubicBezTo>
                    <a:cubicBezTo>
                      <a:pt x="9" y="2"/>
                      <a:pt x="10" y="2"/>
                      <a:pt x="10" y="2"/>
                    </a:cubicBezTo>
                    <a:cubicBezTo>
                      <a:pt x="10" y="2"/>
                      <a:pt x="10" y="2"/>
                      <a:pt x="10" y="1"/>
                    </a:cubicBezTo>
                    <a:cubicBezTo>
                      <a:pt x="10" y="1"/>
                      <a:pt x="10" y="1"/>
                      <a:pt x="10" y="0"/>
                    </a:cubicBezTo>
                    <a:lnTo>
                      <a:pt x="11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9" name="Freeform 18"/>
              <p:cNvSpPr/>
              <p:nvPr/>
            </p:nvSpPr>
            <p:spPr bwMode="auto">
              <a:xfrm>
                <a:off x="1147763" y="352425"/>
                <a:ext cx="69850" cy="76200"/>
              </a:xfrm>
              <a:custGeom>
                <a:avLst/>
                <a:gdLst>
                  <a:gd name="T0" fmla="*/ 0 w 21"/>
                  <a:gd name="T1" fmla="*/ 6 h 23"/>
                  <a:gd name="T2" fmla="*/ 10 w 21"/>
                  <a:gd name="T3" fmla="*/ 3 h 23"/>
                  <a:gd name="T4" fmla="*/ 10 w 21"/>
                  <a:gd name="T5" fmla="*/ 3 h 23"/>
                  <a:gd name="T6" fmla="*/ 10 w 21"/>
                  <a:gd name="T7" fmla="*/ 3 h 23"/>
                  <a:gd name="T8" fmla="*/ 8 w 21"/>
                  <a:gd name="T9" fmla="*/ 4 h 23"/>
                  <a:gd name="T10" fmla="*/ 8 w 21"/>
                  <a:gd name="T11" fmla="*/ 5 h 23"/>
                  <a:gd name="T12" fmla="*/ 8 w 21"/>
                  <a:gd name="T13" fmla="*/ 7 h 23"/>
                  <a:gd name="T14" fmla="*/ 11 w 21"/>
                  <a:gd name="T15" fmla="*/ 16 h 23"/>
                  <a:gd name="T16" fmla="*/ 12 w 21"/>
                  <a:gd name="T17" fmla="*/ 19 h 23"/>
                  <a:gd name="T18" fmla="*/ 14 w 21"/>
                  <a:gd name="T19" fmla="*/ 20 h 23"/>
                  <a:gd name="T20" fmla="*/ 16 w 21"/>
                  <a:gd name="T21" fmla="*/ 20 h 23"/>
                  <a:gd name="T22" fmla="*/ 18 w 21"/>
                  <a:gd name="T23" fmla="*/ 19 h 23"/>
                  <a:gd name="T24" fmla="*/ 20 w 21"/>
                  <a:gd name="T25" fmla="*/ 17 h 23"/>
                  <a:gd name="T26" fmla="*/ 19 w 21"/>
                  <a:gd name="T27" fmla="*/ 12 h 23"/>
                  <a:gd name="T28" fmla="*/ 17 w 21"/>
                  <a:gd name="T29" fmla="*/ 5 h 23"/>
                  <a:gd name="T30" fmla="*/ 16 w 21"/>
                  <a:gd name="T31" fmla="*/ 3 h 23"/>
                  <a:gd name="T32" fmla="*/ 15 w 21"/>
                  <a:gd name="T33" fmla="*/ 2 h 23"/>
                  <a:gd name="T34" fmla="*/ 13 w 21"/>
                  <a:gd name="T35" fmla="*/ 2 h 23"/>
                  <a:gd name="T36" fmla="*/ 13 w 21"/>
                  <a:gd name="T37" fmla="*/ 2 h 23"/>
                  <a:gd name="T38" fmla="*/ 20 w 21"/>
                  <a:gd name="T39" fmla="*/ 0 h 23"/>
                  <a:gd name="T40" fmla="*/ 20 w 21"/>
                  <a:gd name="T41" fmla="*/ 1 h 23"/>
                  <a:gd name="T42" fmla="*/ 19 w 21"/>
                  <a:gd name="T43" fmla="*/ 1 h 23"/>
                  <a:gd name="T44" fmla="*/ 18 w 21"/>
                  <a:gd name="T45" fmla="*/ 1 h 23"/>
                  <a:gd name="T46" fmla="*/ 18 w 21"/>
                  <a:gd name="T47" fmla="*/ 3 h 23"/>
                  <a:gd name="T48" fmla="*/ 18 w 21"/>
                  <a:gd name="T49" fmla="*/ 4 h 23"/>
                  <a:gd name="T50" fmla="*/ 20 w 21"/>
                  <a:gd name="T51" fmla="*/ 11 h 23"/>
                  <a:gd name="T52" fmla="*/ 21 w 21"/>
                  <a:gd name="T53" fmla="*/ 16 h 23"/>
                  <a:gd name="T54" fmla="*/ 19 w 21"/>
                  <a:gd name="T55" fmla="*/ 20 h 23"/>
                  <a:gd name="T56" fmla="*/ 15 w 21"/>
                  <a:gd name="T57" fmla="*/ 22 h 23"/>
                  <a:gd name="T58" fmla="*/ 11 w 21"/>
                  <a:gd name="T59" fmla="*/ 22 h 23"/>
                  <a:gd name="T60" fmla="*/ 8 w 21"/>
                  <a:gd name="T61" fmla="*/ 21 h 23"/>
                  <a:gd name="T62" fmla="*/ 6 w 21"/>
                  <a:gd name="T63" fmla="*/ 17 h 23"/>
                  <a:gd name="T64" fmla="*/ 4 w 21"/>
                  <a:gd name="T65" fmla="*/ 8 h 23"/>
                  <a:gd name="T66" fmla="*/ 3 w 21"/>
                  <a:gd name="T67" fmla="*/ 6 h 23"/>
                  <a:gd name="T68" fmla="*/ 2 w 21"/>
                  <a:gd name="T69" fmla="*/ 6 h 23"/>
                  <a:gd name="T70" fmla="*/ 1 w 21"/>
                  <a:gd name="T71" fmla="*/ 6 h 23"/>
                  <a:gd name="T72" fmla="*/ 0 w 21"/>
                  <a:gd name="T73" fmla="*/ 6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</a:cxnLst>
                <a:rect l="0" t="0" r="r" b="b"/>
                <a:pathLst>
                  <a:path w="21" h="23">
                    <a:moveTo>
                      <a:pt x="0" y="6"/>
                    </a:moveTo>
                    <a:cubicBezTo>
                      <a:pt x="10" y="3"/>
                      <a:pt x="10" y="3"/>
                      <a:pt x="10" y="3"/>
                    </a:cubicBezTo>
                    <a:cubicBezTo>
                      <a:pt x="10" y="3"/>
                      <a:pt x="10" y="3"/>
                      <a:pt x="10" y="3"/>
                    </a:cubicBezTo>
                    <a:cubicBezTo>
                      <a:pt x="10" y="3"/>
                      <a:pt x="10" y="3"/>
                      <a:pt x="10" y="3"/>
                    </a:cubicBezTo>
                    <a:cubicBezTo>
                      <a:pt x="9" y="4"/>
                      <a:pt x="8" y="4"/>
                      <a:pt x="8" y="4"/>
                    </a:cubicBezTo>
                    <a:cubicBezTo>
                      <a:pt x="8" y="4"/>
                      <a:pt x="8" y="5"/>
                      <a:pt x="8" y="5"/>
                    </a:cubicBezTo>
                    <a:cubicBezTo>
                      <a:pt x="8" y="5"/>
                      <a:pt x="8" y="6"/>
                      <a:pt x="8" y="7"/>
                    </a:cubicBezTo>
                    <a:cubicBezTo>
                      <a:pt x="11" y="16"/>
                      <a:pt x="11" y="16"/>
                      <a:pt x="11" y="16"/>
                    </a:cubicBezTo>
                    <a:cubicBezTo>
                      <a:pt x="11" y="18"/>
                      <a:pt x="12" y="19"/>
                      <a:pt x="12" y="19"/>
                    </a:cubicBezTo>
                    <a:cubicBezTo>
                      <a:pt x="13" y="20"/>
                      <a:pt x="13" y="20"/>
                      <a:pt x="14" y="20"/>
                    </a:cubicBezTo>
                    <a:cubicBezTo>
                      <a:pt x="14" y="21"/>
                      <a:pt x="15" y="21"/>
                      <a:pt x="16" y="20"/>
                    </a:cubicBezTo>
                    <a:cubicBezTo>
                      <a:pt x="17" y="20"/>
                      <a:pt x="18" y="20"/>
                      <a:pt x="18" y="19"/>
                    </a:cubicBezTo>
                    <a:cubicBezTo>
                      <a:pt x="19" y="18"/>
                      <a:pt x="19" y="17"/>
                      <a:pt x="20" y="17"/>
                    </a:cubicBezTo>
                    <a:cubicBezTo>
                      <a:pt x="20" y="16"/>
                      <a:pt x="19" y="14"/>
                      <a:pt x="19" y="12"/>
                    </a:cubicBezTo>
                    <a:cubicBezTo>
                      <a:pt x="17" y="5"/>
                      <a:pt x="17" y="5"/>
                      <a:pt x="17" y="5"/>
                    </a:cubicBezTo>
                    <a:cubicBezTo>
                      <a:pt x="17" y="4"/>
                      <a:pt x="16" y="3"/>
                      <a:pt x="16" y="3"/>
                    </a:cubicBezTo>
                    <a:cubicBezTo>
                      <a:pt x="16" y="3"/>
                      <a:pt x="15" y="2"/>
                      <a:pt x="15" y="2"/>
                    </a:cubicBezTo>
                    <a:cubicBezTo>
                      <a:pt x="15" y="2"/>
                      <a:pt x="14" y="2"/>
                      <a:pt x="13" y="2"/>
                    </a:cubicBezTo>
                    <a:cubicBezTo>
                      <a:pt x="13" y="2"/>
                      <a:pt x="13" y="2"/>
                      <a:pt x="13" y="2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18" y="1"/>
                      <a:pt x="18" y="1"/>
                    </a:cubicBezTo>
                    <a:cubicBezTo>
                      <a:pt x="18" y="2"/>
                      <a:pt x="18" y="2"/>
                      <a:pt x="18" y="3"/>
                    </a:cubicBezTo>
                    <a:cubicBezTo>
                      <a:pt x="18" y="3"/>
                      <a:pt x="18" y="4"/>
                      <a:pt x="18" y="4"/>
                    </a:cubicBezTo>
                    <a:cubicBezTo>
                      <a:pt x="20" y="11"/>
                      <a:pt x="20" y="11"/>
                      <a:pt x="20" y="11"/>
                    </a:cubicBezTo>
                    <a:cubicBezTo>
                      <a:pt x="21" y="14"/>
                      <a:pt x="21" y="15"/>
                      <a:pt x="21" y="16"/>
                    </a:cubicBezTo>
                    <a:cubicBezTo>
                      <a:pt x="21" y="17"/>
                      <a:pt x="20" y="18"/>
                      <a:pt x="19" y="20"/>
                    </a:cubicBezTo>
                    <a:cubicBezTo>
                      <a:pt x="19" y="21"/>
                      <a:pt x="17" y="21"/>
                      <a:pt x="15" y="22"/>
                    </a:cubicBezTo>
                    <a:cubicBezTo>
                      <a:pt x="14" y="22"/>
                      <a:pt x="12" y="23"/>
                      <a:pt x="11" y="22"/>
                    </a:cubicBezTo>
                    <a:cubicBezTo>
                      <a:pt x="10" y="22"/>
                      <a:pt x="9" y="22"/>
                      <a:pt x="8" y="21"/>
                    </a:cubicBezTo>
                    <a:cubicBezTo>
                      <a:pt x="7" y="20"/>
                      <a:pt x="7" y="19"/>
                      <a:pt x="6" y="17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3" y="7"/>
                      <a:pt x="3" y="7"/>
                      <a:pt x="3" y="6"/>
                    </a:cubicBezTo>
                    <a:cubicBezTo>
                      <a:pt x="3" y="6"/>
                      <a:pt x="3" y="6"/>
                      <a:pt x="2" y="6"/>
                    </a:cubicBezTo>
                    <a:cubicBezTo>
                      <a:pt x="2" y="6"/>
                      <a:pt x="1" y="6"/>
                      <a:pt x="1" y="6"/>
                    </a:cubicBezTo>
                    <a:lnTo>
                      <a:pt x="0" y="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0" name="Freeform 19"/>
              <p:cNvSpPr/>
              <p:nvPr/>
            </p:nvSpPr>
            <p:spPr bwMode="auto">
              <a:xfrm>
                <a:off x="1263650" y="346075"/>
                <a:ext cx="66675" cy="66675"/>
              </a:xfrm>
              <a:custGeom>
                <a:avLst/>
                <a:gdLst>
                  <a:gd name="T0" fmla="*/ 7 w 20"/>
                  <a:gd name="T1" fmla="*/ 0 h 20"/>
                  <a:gd name="T2" fmla="*/ 17 w 20"/>
                  <a:gd name="T3" fmla="*/ 12 h 20"/>
                  <a:gd name="T4" fmla="*/ 17 w 20"/>
                  <a:gd name="T5" fmla="*/ 4 h 20"/>
                  <a:gd name="T6" fmla="*/ 16 w 20"/>
                  <a:gd name="T7" fmla="*/ 1 h 20"/>
                  <a:gd name="T8" fmla="*/ 14 w 20"/>
                  <a:gd name="T9" fmla="*/ 0 h 20"/>
                  <a:gd name="T10" fmla="*/ 14 w 20"/>
                  <a:gd name="T11" fmla="*/ 0 h 20"/>
                  <a:gd name="T12" fmla="*/ 20 w 20"/>
                  <a:gd name="T13" fmla="*/ 0 h 20"/>
                  <a:gd name="T14" fmla="*/ 20 w 20"/>
                  <a:gd name="T15" fmla="*/ 0 h 20"/>
                  <a:gd name="T16" fmla="*/ 19 w 20"/>
                  <a:gd name="T17" fmla="*/ 1 h 20"/>
                  <a:gd name="T18" fmla="*/ 18 w 20"/>
                  <a:gd name="T19" fmla="*/ 2 h 20"/>
                  <a:gd name="T20" fmla="*/ 18 w 20"/>
                  <a:gd name="T21" fmla="*/ 4 h 20"/>
                  <a:gd name="T22" fmla="*/ 18 w 20"/>
                  <a:gd name="T23" fmla="*/ 20 h 20"/>
                  <a:gd name="T24" fmla="*/ 18 w 20"/>
                  <a:gd name="T25" fmla="*/ 20 h 20"/>
                  <a:gd name="T26" fmla="*/ 4 w 20"/>
                  <a:gd name="T27" fmla="*/ 4 h 20"/>
                  <a:gd name="T28" fmla="*/ 4 w 20"/>
                  <a:gd name="T29" fmla="*/ 16 h 20"/>
                  <a:gd name="T30" fmla="*/ 5 w 20"/>
                  <a:gd name="T31" fmla="*/ 18 h 20"/>
                  <a:gd name="T32" fmla="*/ 7 w 20"/>
                  <a:gd name="T33" fmla="*/ 19 h 20"/>
                  <a:gd name="T34" fmla="*/ 7 w 20"/>
                  <a:gd name="T35" fmla="*/ 19 h 20"/>
                  <a:gd name="T36" fmla="*/ 7 w 20"/>
                  <a:gd name="T37" fmla="*/ 19 h 20"/>
                  <a:gd name="T38" fmla="*/ 1 w 20"/>
                  <a:gd name="T39" fmla="*/ 20 h 20"/>
                  <a:gd name="T40" fmla="*/ 1 w 20"/>
                  <a:gd name="T41" fmla="*/ 19 h 20"/>
                  <a:gd name="T42" fmla="*/ 3 w 20"/>
                  <a:gd name="T43" fmla="*/ 18 h 20"/>
                  <a:gd name="T44" fmla="*/ 3 w 20"/>
                  <a:gd name="T45" fmla="*/ 16 h 20"/>
                  <a:gd name="T46" fmla="*/ 3 w 20"/>
                  <a:gd name="T47" fmla="*/ 2 h 20"/>
                  <a:gd name="T48" fmla="*/ 3 w 20"/>
                  <a:gd name="T49" fmla="*/ 2 h 20"/>
                  <a:gd name="T50" fmla="*/ 2 w 20"/>
                  <a:gd name="T51" fmla="*/ 1 h 20"/>
                  <a:gd name="T52" fmla="*/ 0 w 20"/>
                  <a:gd name="T53" fmla="*/ 1 h 20"/>
                  <a:gd name="T54" fmla="*/ 0 w 20"/>
                  <a:gd name="T55" fmla="*/ 0 h 20"/>
                  <a:gd name="T56" fmla="*/ 7 w 20"/>
                  <a:gd name="T57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20" h="20">
                    <a:moveTo>
                      <a:pt x="7" y="0"/>
                    </a:moveTo>
                    <a:cubicBezTo>
                      <a:pt x="17" y="12"/>
                      <a:pt x="17" y="12"/>
                      <a:pt x="17" y="12"/>
                    </a:cubicBezTo>
                    <a:cubicBezTo>
                      <a:pt x="17" y="4"/>
                      <a:pt x="17" y="4"/>
                      <a:pt x="17" y="4"/>
                    </a:cubicBezTo>
                    <a:cubicBezTo>
                      <a:pt x="17" y="2"/>
                      <a:pt x="17" y="2"/>
                      <a:pt x="16" y="1"/>
                    </a:cubicBezTo>
                    <a:cubicBezTo>
                      <a:pt x="16" y="1"/>
                      <a:pt x="15" y="0"/>
                      <a:pt x="14" y="0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0" y="0"/>
                      <a:pt x="19" y="1"/>
                      <a:pt x="19" y="1"/>
                    </a:cubicBezTo>
                    <a:cubicBezTo>
                      <a:pt x="18" y="1"/>
                      <a:pt x="18" y="1"/>
                      <a:pt x="18" y="2"/>
                    </a:cubicBezTo>
                    <a:cubicBezTo>
                      <a:pt x="18" y="2"/>
                      <a:pt x="18" y="3"/>
                      <a:pt x="18" y="4"/>
                    </a:cubicBezTo>
                    <a:cubicBezTo>
                      <a:pt x="18" y="20"/>
                      <a:pt x="18" y="20"/>
                      <a:pt x="18" y="20"/>
                    </a:cubicBezTo>
                    <a:cubicBezTo>
                      <a:pt x="18" y="20"/>
                      <a:pt x="18" y="20"/>
                      <a:pt x="18" y="20"/>
                    </a:cubicBezTo>
                    <a:cubicBezTo>
                      <a:pt x="4" y="4"/>
                      <a:pt x="4" y="4"/>
                      <a:pt x="4" y="4"/>
                    </a:cubicBezTo>
                    <a:cubicBezTo>
                      <a:pt x="4" y="16"/>
                      <a:pt x="4" y="16"/>
                      <a:pt x="4" y="16"/>
                    </a:cubicBezTo>
                    <a:cubicBezTo>
                      <a:pt x="4" y="17"/>
                      <a:pt x="5" y="18"/>
                      <a:pt x="5" y="18"/>
                    </a:cubicBezTo>
                    <a:cubicBezTo>
                      <a:pt x="6" y="19"/>
                      <a:pt x="6" y="19"/>
                      <a:pt x="7" y="19"/>
                    </a:cubicBezTo>
                    <a:cubicBezTo>
                      <a:pt x="7" y="19"/>
                      <a:pt x="7" y="19"/>
                      <a:pt x="7" y="19"/>
                    </a:cubicBezTo>
                    <a:cubicBezTo>
                      <a:pt x="7" y="19"/>
                      <a:pt x="7" y="19"/>
                      <a:pt x="7" y="19"/>
                    </a:cubicBezTo>
                    <a:cubicBezTo>
                      <a:pt x="1" y="20"/>
                      <a:pt x="1" y="20"/>
                      <a:pt x="1" y="20"/>
                    </a:cubicBezTo>
                    <a:cubicBezTo>
                      <a:pt x="1" y="19"/>
                      <a:pt x="1" y="19"/>
                      <a:pt x="1" y="19"/>
                    </a:cubicBezTo>
                    <a:cubicBezTo>
                      <a:pt x="2" y="19"/>
                      <a:pt x="2" y="19"/>
                      <a:pt x="3" y="18"/>
                    </a:cubicBezTo>
                    <a:cubicBezTo>
                      <a:pt x="3" y="18"/>
                      <a:pt x="3" y="17"/>
                      <a:pt x="3" y="16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1"/>
                      <a:pt x="1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7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1" name="Freeform 20"/>
              <p:cNvSpPr/>
              <p:nvPr/>
            </p:nvSpPr>
            <p:spPr bwMode="auto">
              <a:xfrm>
                <a:off x="1370013" y="352425"/>
                <a:ext cx="46037" cy="69850"/>
              </a:xfrm>
              <a:custGeom>
                <a:avLst/>
                <a:gdLst>
                  <a:gd name="T0" fmla="*/ 10 w 14"/>
                  <a:gd name="T1" fmla="*/ 21 h 21"/>
                  <a:gd name="T2" fmla="*/ 10 w 14"/>
                  <a:gd name="T3" fmla="*/ 21 h 21"/>
                  <a:gd name="T4" fmla="*/ 0 w 14"/>
                  <a:gd name="T5" fmla="*/ 19 h 21"/>
                  <a:gd name="T6" fmla="*/ 0 w 14"/>
                  <a:gd name="T7" fmla="*/ 19 h 21"/>
                  <a:gd name="T8" fmla="*/ 1 w 14"/>
                  <a:gd name="T9" fmla="*/ 19 h 21"/>
                  <a:gd name="T10" fmla="*/ 2 w 14"/>
                  <a:gd name="T11" fmla="*/ 19 h 21"/>
                  <a:gd name="T12" fmla="*/ 3 w 14"/>
                  <a:gd name="T13" fmla="*/ 18 h 21"/>
                  <a:gd name="T14" fmla="*/ 3 w 14"/>
                  <a:gd name="T15" fmla="*/ 16 h 21"/>
                  <a:gd name="T16" fmla="*/ 6 w 14"/>
                  <a:gd name="T17" fmla="*/ 4 h 21"/>
                  <a:gd name="T18" fmla="*/ 6 w 14"/>
                  <a:gd name="T19" fmla="*/ 2 h 21"/>
                  <a:gd name="T20" fmla="*/ 6 w 14"/>
                  <a:gd name="T21" fmla="*/ 1 h 21"/>
                  <a:gd name="T22" fmla="*/ 5 w 14"/>
                  <a:gd name="T23" fmla="*/ 1 h 21"/>
                  <a:gd name="T24" fmla="*/ 4 w 14"/>
                  <a:gd name="T25" fmla="*/ 1 h 21"/>
                  <a:gd name="T26" fmla="*/ 4 w 14"/>
                  <a:gd name="T27" fmla="*/ 0 h 21"/>
                  <a:gd name="T28" fmla="*/ 14 w 14"/>
                  <a:gd name="T29" fmla="*/ 2 h 21"/>
                  <a:gd name="T30" fmla="*/ 14 w 14"/>
                  <a:gd name="T31" fmla="*/ 3 h 21"/>
                  <a:gd name="T32" fmla="*/ 13 w 14"/>
                  <a:gd name="T33" fmla="*/ 3 h 21"/>
                  <a:gd name="T34" fmla="*/ 12 w 14"/>
                  <a:gd name="T35" fmla="*/ 3 h 21"/>
                  <a:gd name="T36" fmla="*/ 11 w 14"/>
                  <a:gd name="T37" fmla="*/ 3 h 21"/>
                  <a:gd name="T38" fmla="*/ 11 w 14"/>
                  <a:gd name="T39" fmla="*/ 5 h 21"/>
                  <a:gd name="T40" fmla="*/ 8 w 14"/>
                  <a:gd name="T41" fmla="*/ 17 h 21"/>
                  <a:gd name="T42" fmla="*/ 8 w 14"/>
                  <a:gd name="T43" fmla="*/ 19 h 21"/>
                  <a:gd name="T44" fmla="*/ 8 w 14"/>
                  <a:gd name="T45" fmla="*/ 20 h 21"/>
                  <a:gd name="T46" fmla="*/ 9 w 14"/>
                  <a:gd name="T47" fmla="*/ 21 h 21"/>
                  <a:gd name="T48" fmla="*/ 10 w 14"/>
                  <a:gd name="T49" fmla="*/ 2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4" h="21">
                    <a:moveTo>
                      <a:pt x="10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" y="19"/>
                      <a:pt x="1" y="19"/>
                      <a:pt x="1" y="19"/>
                    </a:cubicBezTo>
                    <a:cubicBezTo>
                      <a:pt x="1" y="19"/>
                      <a:pt x="2" y="19"/>
                      <a:pt x="2" y="19"/>
                    </a:cubicBezTo>
                    <a:cubicBezTo>
                      <a:pt x="2" y="19"/>
                      <a:pt x="2" y="18"/>
                      <a:pt x="3" y="18"/>
                    </a:cubicBezTo>
                    <a:cubicBezTo>
                      <a:pt x="3" y="18"/>
                      <a:pt x="3" y="17"/>
                      <a:pt x="3" y="16"/>
                    </a:cubicBezTo>
                    <a:cubicBezTo>
                      <a:pt x="6" y="4"/>
                      <a:pt x="6" y="4"/>
                      <a:pt x="6" y="4"/>
                    </a:cubicBezTo>
                    <a:cubicBezTo>
                      <a:pt x="6" y="3"/>
                      <a:pt x="6" y="2"/>
                      <a:pt x="6" y="2"/>
                    </a:cubicBezTo>
                    <a:cubicBezTo>
                      <a:pt x="6" y="2"/>
                      <a:pt x="6" y="2"/>
                      <a:pt x="6" y="1"/>
                    </a:cubicBezTo>
                    <a:cubicBezTo>
                      <a:pt x="6" y="1"/>
                      <a:pt x="5" y="1"/>
                      <a:pt x="5" y="1"/>
                    </a:cubicBezTo>
                    <a:cubicBezTo>
                      <a:pt x="4" y="1"/>
                      <a:pt x="4" y="1"/>
                      <a:pt x="4" y="1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14" y="2"/>
                      <a:pt x="14" y="2"/>
                      <a:pt x="14" y="2"/>
                    </a:cubicBezTo>
                    <a:cubicBezTo>
                      <a:pt x="14" y="3"/>
                      <a:pt x="14" y="3"/>
                      <a:pt x="14" y="3"/>
                    </a:cubicBezTo>
                    <a:cubicBezTo>
                      <a:pt x="13" y="3"/>
                      <a:pt x="13" y="3"/>
                      <a:pt x="13" y="3"/>
                    </a:cubicBezTo>
                    <a:cubicBezTo>
                      <a:pt x="13" y="3"/>
                      <a:pt x="12" y="3"/>
                      <a:pt x="12" y="3"/>
                    </a:cubicBezTo>
                    <a:cubicBezTo>
                      <a:pt x="12" y="3"/>
                      <a:pt x="11" y="3"/>
                      <a:pt x="11" y="3"/>
                    </a:cubicBezTo>
                    <a:cubicBezTo>
                      <a:pt x="11" y="3"/>
                      <a:pt x="11" y="4"/>
                      <a:pt x="11" y="5"/>
                    </a:cubicBezTo>
                    <a:cubicBezTo>
                      <a:pt x="8" y="17"/>
                      <a:pt x="8" y="17"/>
                      <a:pt x="8" y="17"/>
                    </a:cubicBezTo>
                    <a:cubicBezTo>
                      <a:pt x="8" y="18"/>
                      <a:pt x="7" y="19"/>
                      <a:pt x="8" y="19"/>
                    </a:cubicBezTo>
                    <a:cubicBezTo>
                      <a:pt x="8" y="20"/>
                      <a:pt x="8" y="20"/>
                      <a:pt x="8" y="20"/>
                    </a:cubicBezTo>
                    <a:cubicBezTo>
                      <a:pt x="8" y="20"/>
                      <a:pt x="9" y="21"/>
                      <a:pt x="9" y="21"/>
                    </a:cubicBezTo>
                    <a:lnTo>
                      <a:pt x="10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2" name="Freeform 21"/>
              <p:cNvSpPr/>
              <p:nvPr/>
            </p:nvSpPr>
            <p:spPr bwMode="auto">
              <a:xfrm>
                <a:off x="1465263" y="376238"/>
                <a:ext cx="60325" cy="73025"/>
              </a:xfrm>
              <a:custGeom>
                <a:avLst/>
                <a:gdLst>
                  <a:gd name="T0" fmla="*/ 18 w 18"/>
                  <a:gd name="T1" fmla="*/ 9 h 22"/>
                  <a:gd name="T2" fmla="*/ 18 w 18"/>
                  <a:gd name="T3" fmla="*/ 9 h 22"/>
                  <a:gd name="T4" fmla="*/ 16 w 18"/>
                  <a:gd name="T5" fmla="*/ 10 h 22"/>
                  <a:gd name="T6" fmla="*/ 13 w 18"/>
                  <a:gd name="T7" fmla="*/ 12 h 22"/>
                  <a:gd name="T8" fmla="*/ 0 w 18"/>
                  <a:gd name="T9" fmla="*/ 22 h 22"/>
                  <a:gd name="T10" fmla="*/ 0 w 18"/>
                  <a:gd name="T11" fmla="*/ 22 h 22"/>
                  <a:gd name="T12" fmla="*/ 1 w 18"/>
                  <a:gd name="T13" fmla="*/ 5 h 22"/>
                  <a:gd name="T14" fmla="*/ 1 w 18"/>
                  <a:gd name="T15" fmla="*/ 2 h 22"/>
                  <a:gd name="T16" fmla="*/ 0 w 18"/>
                  <a:gd name="T17" fmla="*/ 0 h 22"/>
                  <a:gd name="T18" fmla="*/ 0 w 18"/>
                  <a:gd name="T19" fmla="*/ 0 h 22"/>
                  <a:gd name="T20" fmla="*/ 8 w 18"/>
                  <a:gd name="T21" fmla="*/ 4 h 22"/>
                  <a:gd name="T22" fmla="*/ 8 w 18"/>
                  <a:gd name="T23" fmla="*/ 5 h 22"/>
                  <a:gd name="T24" fmla="*/ 8 w 18"/>
                  <a:gd name="T25" fmla="*/ 4 h 22"/>
                  <a:gd name="T26" fmla="*/ 6 w 18"/>
                  <a:gd name="T27" fmla="*/ 4 h 22"/>
                  <a:gd name="T28" fmla="*/ 5 w 18"/>
                  <a:gd name="T29" fmla="*/ 4 h 22"/>
                  <a:gd name="T30" fmla="*/ 5 w 18"/>
                  <a:gd name="T31" fmla="*/ 5 h 22"/>
                  <a:gd name="T32" fmla="*/ 5 w 18"/>
                  <a:gd name="T33" fmla="*/ 7 h 22"/>
                  <a:gd name="T34" fmla="*/ 5 w 18"/>
                  <a:gd name="T35" fmla="*/ 17 h 22"/>
                  <a:gd name="T36" fmla="*/ 12 w 18"/>
                  <a:gd name="T37" fmla="*/ 11 h 22"/>
                  <a:gd name="T38" fmla="*/ 13 w 18"/>
                  <a:gd name="T39" fmla="*/ 10 h 22"/>
                  <a:gd name="T40" fmla="*/ 14 w 18"/>
                  <a:gd name="T41" fmla="*/ 9 h 22"/>
                  <a:gd name="T42" fmla="*/ 14 w 18"/>
                  <a:gd name="T43" fmla="*/ 8 h 22"/>
                  <a:gd name="T44" fmla="*/ 14 w 18"/>
                  <a:gd name="T45" fmla="*/ 8 h 22"/>
                  <a:gd name="T46" fmla="*/ 12 w 18"/>
                  <a:gd name="T47" fmla="*/ 7 h 22"/>
                  <a:gd name="T48" fmla="*/ 13 w 18"/>
                  <a:gd name="T49" fmla="*/ 6 h 22"/>
                  <a:gd name="T50" fmla="*/ 18 w 18"/>
                  <a:gd name="T51" fmla="*/ 9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8" h="22">
                    <a:moveTo>
                      <a:pt x="18" y="9"/>
                    </a:moveTo>
                    <a:cubicBezTo>
                      <a:pt x="18" y="9"/>
                      <a:pt x="18" y="9"/>
                      <a:pt x="18" y="9"/>
                    </a:cubicBezTo>
                    <a:cubicBezTo>
                      <a:pt x="17" y="9"/>
                      <a:pt x="17" y="9"/>
                      <a:pt x="16" y="10"/>
                    </a:cubicBezTo>
                    <a:cubicBezTo>
                      <a:pt x="15" y="10"/>
                      <a:pt x="14" y="11"/>
                      <a:pt x="13" y="12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3"/>
                      <a:pt x="1" y="2"/>
                      <a:pt x="1" y="2"/>
                    </a:cubicBezTo>
                    <a:cubicBezTo>
                      <a:pt x="1" y="1"/>
                      <a:pt x="0" y="1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8" y="4"/>
                      <a:pt x="8" y="4"/>
                      <a:pt x="8" y="4"/>
                    </a:cubicBezTo>
                    <a:cubicBezTo>
                      <a:pt x="8" y="5"/>
                      <a:pt x="8" y="5"/>
                      <a:pt x="8" y="5"/>
                    </a:cubicBezTo>
                    <a:cubicBezTo>
                      <a:pt x="8" y="4"/>
                      <a:pt x="8" y="4"/>
                      <a:pt x="8" y="4"/>
                    </a:cubicBezTo>
                    <a:cubicBezTo>
                      <a:pt x="7" y="4"/>
                      <a:pt x="6" y="4"/>
                      <a:pt x="6" y="4"/>
                    </a:cubicBezTo>
                    <a:cubicBezTo>
                      <a:pt x="6" y="4"/>
                      <a:pt x="5" y="4"/>
                      <a:pt x="5" y="4"/>
                    </a:cubicBezTo>
                    <a:cubicBezTo>
                      <a:pt x="5" y="4"/>
                      <a:pt x="5" y="5"/>
                      <a:pt x="5" y="5"/>
                    </a:cubicBezTo>
                    <a:cubicBezTo>
                      <a:pt x="5" y="5"/>
                      <a:pt x="5" y="6"/>
                      <a:pt x="5" y="7"/>
                    </a:cubicBezTo>
                    <a:cubicBezTo>
                      <a:pt x="5" y="17"/>
                      <a:pt x="5" y="17"/>
                      <a:pt x="5" y="17"/>
                    </a:cubicBezTo>
                    <a:cubicBezTo>
                      <a:pt x="12" y="11"/>
                      <a:pt x="12" y="11"/>
                      <a:pt x="12" y="11"/>
                    </a:cubicBezTo>
                    <a:cubicBezTo>
                      <a:pt x="13" y="11"/>
                      <a:pt x="13" y="10"/>
                      <a:pt x="13" y="10"/>
                    </a:cubicBezTo>
                    <a:cubicBezTo>
                      <a:pt x="14" y="10"/>
                      <a:pt x="14" y="9"/>
                      <a:pt x="14" y="9"/>
                    </a:cubicBezTo>
                    <a:cubicBezTo>
                      <a:pt x="14" y="9"/>
                      <a:pt x="14" y="9"/>
                      <a:pt x="14" y="8"/>
                    </a:cubicBezTo>
                    <a:cubicBezTo>
                      <a:pt x="14" y="8"/>
                      <a:pt x="14" y="8"/>
                      <a:pt x="14" y="8"/>
                    </a:cubicBezTo>
                    <a:cubicBezTo>
                      <a:pt x="13" y="7"/>
                      <a:pt x="13" y="7"/>
                      <a:pt x="12" y="7"/>
                    </a:cubicBezTo>
                    <a:cubicBezTo>
                      <a:pt x="13" y="6"/>
                      <a:pt x="13" y="6"/>
                      <a:pt x="13" y="6"/>
                    </a:cubicBezTo>
                    <a:lnTo>
                      <a:pt x="18" y="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3" name="Freeform 22"/>
              <p:cNvSpPr/>
              <p:nvPr/>
            </p:nvSpPr>
            <p:spPr bwMode="auto">
              <a:xfrm>
                <a:off x="1528763" y="434975"/>
                <a:ext cx="82550" cy="87312"/>
              </a:xfrm>
              <a:custGeom>
                <a:avLst/>
                <a:gdLst>
                  <a:gd name="T0" fmla="*/ 17 w 25"/>
                  <a:gd name="T1" fmla="*/ 6 h 26"/>
                  <a:gd name="T2" fmla="*/ 12 w 25"/>
                  <a:gd name="T3" fmla="*/ 12 h 26"/>
                  <a:gd name="T4" fmla="*/ 12 w 25"/>
                  <a:gd name="T5" fmla="*/ 12 h 26"/>
                  <a:gd name="T6" fmla="*/ 15 w 25"/>
                  <a:gd name="T7" fmla="*/ 13 h 26"/>
                  <a:gd name="T8" fmla="*/ 18 w 25"/>
                  <a:gd name="T9" fmla="*/ 11 h 26"/>
                  <a:gd name="T10" fmla="*/ 19 w 25"/>
                  <a:gd name="T11" fmla="*/ 11 h 26"/>
                  <a:gd name="T12" fmla="*/ 12 w 25"/>
                  <a:gd name="T13" fmla="*/ 19 h 26"/>
                  <a:gd name="T14" fmla="*/ 11 w 25"/>
                  <a:gd name="T15" fmla="*/ 18 h 26"/>
                  <a:gd name="T16" fmla="*/ 13 w 25"/>
                  <a:gd name="T17" fmla="*/ 16 h 26"/>
                  <a:gd name="T18" fmla="*/ 13 w 25"/>
                  <a:gd name="T19" fmla="*/ 14 h 26"/>
                  <a:gd name="T20" fmla="*/ 11 w 25"/>
                  <a:gd name="T21" fmla="*/ 12 h 26"/>
                  <a:gd name="T22" fmla="*/ 8 w 25"/>
                  <a:gd name="T23" fmla="*/ 16 h 26"/>
                  <a:gd name="T24" fmla="*/ 7 w 25"/>
                  <a:gd name="T25" fmla="*/ 18 h 26"/>
                  <a:gd name="T26" fmla="*/ 7 w 25"/>
                  <a:gd name="T27" fmla="*/ 19 h 26"/>
                  <a:gd name="T28" fmla="*/ 7 w 25"/>
                  <a:gd name="T29" fmla="*/ 20 h 26"/>
                  <a:gd name="T30" fmla="*/ 8 w 25"/>
                  <a:gd name="T31" fmla="*/ 21 h 26"/>
                  <a:gd name="T32" fmla="*/ 12 w 25"/>
                  <a:gd name="T33" fmla="*/ 22 h 26"/>
                  <a:gd name="T34" fmla="*/ 17 w 25"/>
                  <a:gd name="T35" fmla="*/ 21 h 26"/>
                  <a:gd name="T36" fmla="*/ 17 w 25"/>
                  <a:gd name="T37" fmla="*/ 21 h 26"/>
                  <a:gd name="T38" fmla="*/ 12 w 25"/>
                  <a:gd name="T39" fmla="*/ 26 h 26"/>
                  <a:gd name="T40" fmla="*/ 0 w 25"/>
                  <a:gd name="T41" fmla="*/ 14 h 26"/>
                  <a:gd name="T42" fmla="*/ 0 w 25"/>
                  <a:gd name="T43" fmla="*/ 14 h 26"/>
                  <a:gd name="T44" fmla="*/ 0 w 25"/>
                  <a:gd name="T45" fmla="*/ 15 h 26"/>
                  <a:gd name="T46" fmla="*/ 2 w 25"/>
                  <a:gd name="T47" fmla="*/ 15 h 26"/>
                  <a:gd name="T48" fmla="*/ 3 w 25"/>
                  <a:gd name="T49" fmla="*/ 15 h 26"/>
                  <a:gd name="T50" fmla="*/ 4 w 25"/>
                  <a:gd name="T51" fmla="*/ 14 h 26"/>
                  <a:gd name="T52" fmla="*/ 12 w 25"/>
                  <a:gd name="T53" fmla="*/ 4 h 26"/>
                  <a:gd name="T54" fmla="*/ 13 w 25"/>
                  <a:gd name="T55" fmla="*/ 3 h 26"/>
                  <a:gd name="T56" fmla="*/ 13 w 25"/>
                  <a:gd name="T57" fmla="*/ 2 h 26"/>
                  <a:gd name="T58" fmla="*/ 13 w 25"/>
                  <a:gd name="T59" fmla="*/ 1 h 26"/>
                  <a:gd name="T60" fmla="*/ 12 w 25"/>
                  <a:gd name="T61" fmla="*/ 0 h 26"/>
                  <a:gd name="T62" fmla="*/ 12 w 25"/>
                  <a:gd name="T63" fmla="*/ 0 h 26"/>
                  <a:gd name="T64" fmla="*/ 25 w 25"/>
                  <a:gd name="T65" fmla="*/ 11 h 26"/>
                  <a:gd name="T66" fmla="*/ 21 w 25"/>
                  <a:gd name="T67" fmla="*/ 15 h 26"/>
                  <a:gd name="T68" fmla="*/ 20 w 25"/>
                  <a:gd name="T69" fmla="*/ 14 h 26"/>
                  <a:gd name="T70" fmla="*/ 22 w 25"/>
                  <a:gd name="T71" fmla="*/ 11 h 26"/>
                  <a:gd name="T72" fmla="*/ 21 w 25"/>
                  <a:gd name="T73" fmla="*/ 9 h 26"/>
                  <a:gd name="T74" fmla="*/ 19 w 25"/>
                  <a:gd name="T75" fmla="*/ 7 h 26"/>
                  <a:gd name="T76" fmla="*/ 17 w 25"/>
                  <a:gd name="T77" fmla="*/ 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5" h="26">
                    <a:moveTo>
                      <a:pt x="17" y="6"/>
                    </a:moveTo>
                    <a:cubicBezTo>
                      <a:pt x="12" y="12"/>
                      <a:pt x="12" y="12"/>
                      <a:pt x="12" y="12"/>
                    </a:cubicBezTo>
                    <a:cubicBezTo>
                      <a:pt x="12" y="12"/>
                      <a:pt x="12" y="12"/>
                      <a:pt x="12" y="12"/>
                    </a:cubicBezTo>
                    <a:cubicBezTo>
                      <a:pt x="13" y="13"/>
                      <a:pt x="14" y="13"/>
                      <a:pt x="15" y="13"/>
                    </a:cubicBezTo>
                    <a:cubicBezTo>
                      <a:pt x="16" y="12"/>
                      <a:pt x="17" y="12"/>
                      <a:pt x="18" y="11"/>
                    </a:cubicBezTo>
                    <a:cubicBezTo>
                      <a:pt x="19" y="11"/>
                      <a:pt x="19" y="11"/>
                      <a:pt x="19" y="11"/>
                    </a:cubicBezTo>
                    <a:cubicBezTo>
                      <a:pt x="12" y="19"/>
                      <a:pt x="12" y="19"/>
                      <a:pt x="12" y="19"/>
                    </a:cubicBezTo>
                    <a:cubicBezTo>
                      <a:pt x="11" y="18"/>
                      <a:pt x="11" y="18"/>
                      <a:pt x="11" y="18"/>
                    </a:cubicBezTo>
                    <a:cubicBezTo>
                      <a:pt x="12" y="18"/>
                      <a:pt x="13" y="17"/>
                      <a:pt x="13" y="16"/>
                    </a:cubicBezTo>
                    <a:cubicBezTo>
                      <a:pt x="13" y="15"/>
                      <a:pt x="13" y="14"/>
                      <a:pt x="13" y="14"/>
                    </a:cubicBezTo>
                    <a:cubicBezTo>
                      <a:pt x="12" y="13"/>
                      <a:pt x="12" y="13"/>
                      <a:pt x="11" y="12"/>
                    </a:cubicBezTo>
                    <a:cubicBezTo>
                      <a:pt x="8" y="16"/>
                      <a:pt x="8" y="16"/>
                      <a:pt x="8" y="16"/>
                    </a:cubicBezTo>
                    <a:cubicBezTo>
                      <a:pt x="7" y="17"/>
                      <a:pt x="7" y="18"/>
                      <a:pt x="7" y="18"/>
                    </a:cubicBezTo>
                    <a:cubicBezTo>
                      <a:pt x="6" y="18"/>
                      <a:pt x="6" y="19"/>
                      <a:pt x="7" y="19"/>
                    </a:cubicBezTo>
                    <a:cubicBezTo>
                      <a:pt x="7" y="19"/>
                      <a:pt x="7" y="19"/>
                      <a:pt x="7" y="20"/>
                    </a:cubicBezTo>
                    <a:cubicBezTo>
                      <a:pt x="8" y="21"/>
                      <a:pt x="8" y="21"/>
                      <a:pt x="8" y="21"/>
                    </a:cubicBezTo>
                    <a:cubicBezTo>
                      <a:pt x="10" y="22"/>
                      <a:pt x="11" y="22"/>
                      <a:pt x="12" y="22"/>
                    </a:cubicBezTo>
                    <a:cubicBezTo>
                      <a:pt x="14" y="23"/>
                      <a:pt x="15" y="22"/>
                      <a:pt x="17" y="21"/>
                    </a:cubicBezTo>
                    <a:cubicBezTo>
                      <a:pt x="17" y="21"/>
                      <a:pt x="17" y="21"/>
                      <a:pt x="17" y="21"/>
                    </a:cubicBezTo>
                    <a:cubicBezTo>
                      <a:pt x="12" y="26"/>
                      <a:pt x="12" y="26"/>
                      <a:pt x="12" y="26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1" y="15"/>
                      <a:pt x="1" y="15"/>
                      <a:pt x="2" y="15"/>
                    </a:cubicBezTo>
                    <a:cubicBezTo>
                      <a:pt x="2" y="15"/>
                      <a:pt x="2" y="15"/>
                      <a:pt x="3" y="15"/>
                    </a:cubicBezTo>
                    <a:cubicBezTo>
                      <a:pt x="3" y="15"/>
                      <a:pt x="3" y="15"/>
                      <a:pt x="4" y="14"/>
                    </a:cubicBezTo>
                    <a:cubicBezTo>
                      <a:pt x="12" y="4"/>
                      <a:pt x="12" y="4"/>
                      <a:pt x="12" y="4"/>
                    </a:cubicBezTo>
                    <a:cubicBezTo>
                      <a:pt x="13" y="3"/>
                      <a:pt x="13" y="3"/>
                      <a:pt x="13" y="3"/>
                    </a:cubicBezTo>
                    <a:cubicBezTo>
                      <a:pt x="13" y="3"/>
                      <a:pt x="13" y="2"/>
                      <a:pt x="13" y="2"/>
                    </a:cubicBezTo>
                    <a:cubicBezTo>
                      <a:pt x="13" y="2"/>
                      <a:pt x="13" y="1"/>
                      <a:pt x="13" y="1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1" y="15"/>
                      <a:pt x="21" y="15"/>
                      <a:pt x="21" y="15"/>
                    </a:cubicBezTo>
                    <a:cubicBezTo>
                      <a:pt x="20" y="14"/>
                      <a:pt x="20" y="14"/>
                      <a:pt x="20" y="14"/>
                    </a:cubicBezTo>
                    <a:cubicBezTo>
                      <a:pt x="21" y="13"/>
                      <a:pt x="22" y="12"/>
                      <a:pt x="22" y="11"/>
                    </a:cubicBezTo>
                    <a:cubicBezTo>
                      <a:pt x="22" y="11"/>
                      <a:pt x="21" y="10"/>
                      <a:pt x="21" y="9"/>
                    </a:cubicBezTo>
                    <a:cubicBezTo>
                      <a:pt x="21" y="9"/>
                      <a:pt x="20" y="8"/>
                      <a:pt x="19" y="7"/>
                    </a:cubicBezTo>
                    <a:lnTo>
                      <a:pt x="17" y="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4" name="Freeform 23"/>
              <p:cNvSpPr>
                <a:spLocks noEditPoints="1"/>
              </p:cNvSpPr>
              <p:nvPr/>
            </p:nvSpPr>
            <p:spPr bwMode="auto">
              <a:xfrm>
                <a:off x="1597025" y="515938"/>
                <a:ext cx="79375" cy="92075"/>
              </a:xfrm>
              <a:custGeom>
                <a:avLst/>
                <a:gdLst>
                  <a:gd name="T0" fmla="*/ 11 w 24"/>
                  <a:gd name="T1" fmla="*/ 12 h 28"/>
                  <a:gd name="T2" fmla="*/ 7 w 24"/>
                  <a:gd name="T3" fmla="*/ 15 h 28"/>
                  <a:gd name="T4" fmla="*/ 5 w 24"/>
                  <a:gd name="T5" fmla="*/ 16 h 28"/>
                  <a:gd name="T6" fmla="*/ 5 w 24"/>
                  <a:gd name="T7" fmla="*/ 17 h 28"/>
                  <a:gd name="T8" fmla="*/ 6 w 24"/>
                  <a:gd name="T9" fmla="*/ 19 h 28"/>
                  <a:gd name="T10" fmla="*/ 5 w 24"/>
                  <a:gd name="T11" fmla="*/ 19 h 28"/>
                  <a:gd name="T12" fmla="*/ 0 w 24"/>
                  <a:gd name="T13" fmla="*/ 11 h 28"/>
                  <a:gd name="T14" fmla="*/ 0 w 24"/>
                  <a:gd name="T15" fmla="*/ 10 h 28"/>
                  <a:gd name="T16" fmla="*/ 2 w 24"/>
                  <a:gd name="T17" fmla="*/ 12 h 28"/>
                  <a:gd name="T18" fmla="*/ 2 w 24"/>
                  <a:gd name="T19" fmla="*/ 12 h 28"/>
                  <a:gd name="T20" fmla="*/ 4 w 24"/>
                  <a:gd name="T21" fmla="*/ 11 h 28"/>
                  <a:gd name="T22" fmla="*/ 15 w 24"/>
                  <a:gd name="T23" fmla="*/ 4 h 28"/>
                  <a:gd name="T24" fmla="*/ 16 w 24"/>
                  <a:gd name="T25" fmla="*/ 3 h 28"/>
                  <a:gd name="T26" fmla="*/ 16 w 24"/>
                  <a:gd name="T27" fmla="*/ 2 h 28"/>
                  <a:gd name="T28" fmla="*/ 16 w 24"/>
                  <a:gd name="T29" fmla="*/ 0 h 28"/>
                  <a:gd name="T30" fmla="*/ 16 w 24"/>
                  <a:gd name="T31" fmla="*/ 0 h 28"/>
                  <a:gd name="T32" fmla="*/ 21 w 24"/>
                  <a:gd name="T33" fmla="*/ 7 h 28"/>
                  <a:gd name="T34" fmla="*/ 23 w 24"/>
                  <a:gd name="T35" fmla="*/ 12 h 28"/>
                  <a:gd name="T36" fmla="*/ 23 w 24"/>
                  <a:gd name="T37" fmla="*/ 15 h 28"/>
                  <a:gd name="T38" fmla="*/ 22 w 24"/>
                  <a:gd name="T39" fmla="*/ 18 h 28"/>
                  <a:gd name="T40" fmla="*/ 18 w 24"/>
                  <a:gd name="T41" fmla="*/ 18 h 28"/>
                  <a:gd name="T42" fmla="*/ 15 w 24"/>
                  <a:gd name="T43" fmla="*/ 17 h 28"/>
                  <a:gd name="T44" fmla="*/ 12 w 24"/>
                  <a:gd name="T45" fmla="*/ 24 h 28"/>
                  <a:gd name="T46" fmla="*/ 12 w 24"/>
                  <a:gd name="T47" fmla="*/ 26 h 28"/>
                  <a:gd name="T48" fmla="*/ 12 w 24"/>
                  <a:gd name="T49" fmla="*/ 28 h 28"/>
                  <a:gd name="T50" fmla="*/ 12 w 24"/>
                  <a:gd name="T51" fmla="*/ 28 h 28"/>
                  <a:gd name="T52" fmla="*/ 8 w 24"/>
                  <a:gd name="T53" fmla="*/ 23 h 28"/>
                  <a:gd name="T54" fmla="*/ 12 w 24"/>
                  <a:gd name="T55" fmla="*/ 13 h 28"/>
                  <a:gd name="T56" fmla="*/ 11 w 24"/>
                  <a:gd name="T57" fmla="*/ 12 h 28"/>
                  <a:gd name="T58" fmla="*/ 19 w 24"/>
                  <a:gd name="T59" fmla="*/ 6 h 28"/>
                  <a:gd name="T60" fmla="*/ 12 w 24"/>
                  <a:gd name="T61" fmla="*/ 11 h 28"/>
                  <a:gd name="T62" fmla="*/ 13 w 24"/>
                  <a:gd name="T63" fmla="*/ 12 h 28"/>
                  <a:gd name="T64" fmla="*/ 15 w 24"/>
                  <a:gd name="T65" fmla="*/ 14 h 28"/>
                  <a:gd name="T66" fmla="*/ 16 w 24"/>
                  <a:gd name="T67" fmla="*/ 15 h 28"/>
                  <a:gd name="T68" fmla="*/ 19 w 24"/>
                  <a:gd name="T69" fmla="*/ 14 h 28"/>
                  <a:gd name="T70" fmla="*/ 21 w 24"/>
                  <a:gd name="T71" fmla="*/ 11 h 28"/>
                  <a:gd name="T72" fmla="*/ 20 w 24"/>
                  <a:gd name="T73" fmla="*/ 8 h 28"/>
                  <a:gd name="T74" fmla="*/ 19 w 24"/>
                  <a:gd name="T75" fmla="*/ 6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24" h="28">
                    <a:moveTo>
                      <a:pt x="11" y="12"/>
                    </a:moveTo>
                    <a:cubicBezTo>
                      <a:pt x="7" y="15"/>
                      <a:pt x="7" y="15"/>
                      <a:pt x="7" y="15"/>
                    </a:cubicBezTo>
                    <a:cubicBezTo>
                      <a:pt x="6" y="15"/>
                      <a:pt x="5" y="16"/>
                      <a:pt x="5" y="16"/>
                    </a:cubicBezTo>
                    <a:cubicBezTo>
                      <a:pt x="5" y="16"/>
                      <a:pt x="5" y="17"/>
                      <a:pt x="5" y="17"/>
                    </a:cubicBezTo>
                    <a:cubicBezTo>
                      <a:pt x="5" y="17"/>
                      <a:pt x="5" y="18"/>
                      <a:pt x="6" y="19"/>
                    </a:cubicBezTo>
                    <a:cubicBezTo>
                      <a:pt x="5" y="19"/>
                      <a:pt x="5" y="19"/>
                      <a:pt x="5" y="19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1" y="11"/>
                      <a:pt x="1" y="12"/>
                      <a:pt x="2" y="12"/>
                    </a:cubicBezTo>
                    <a:cubicBezTo>
                      <a:pt x="2" y="12"/>
                      <a:pt x="2" y="12"/>
                      <a:pt x="2" y="12"/>
                    </a:cubicBezTo>
                    <a:cubicBezTo>
                      <a:pt x="3" y="12"/>
                      <a:pt x="3" y="12"/>
                      <a:pt x="4" y="11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3"/>
                      <a:pt x="16" y="3"/>
                      <a:pt x="16" y="3"/>
                    </a:cubicBezTo>
                    <a:cubicBezTo>
                      <a:pt x="16" y="2"/>
                      <a:pt x="16" y="2"/>
                      <a:pt x="16" y="2"/>
                    </a:cubicBezTo>
                    <a:cubicBezTo>
                      <a:pt x="16" y="1"/>
                      <a:pt x="16" y="1"/>
                      <a:pt x="16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22" y="9"/>
                      <a:pt x="23" y="11"/>
                      <a:pt x="23" y="12"/>
                    </a:cubicBezTo>
                    <a:cubicBezTo>
                      <a:pt x="24" y="13"/>
                      <a:pt x="24" y="14"/>
                      <a:pt x="23" y="15"/>
                    </a:cubicBezTo>
                    <a:cubicBezTo>
                      <a:pt x="23" y="16"/>
                      <a:pt x="22" y="17"/>
                      <a:pt x="22" y="18"/>
                    </a:cubicBezTo>
                    <a:cubicBezTo>
                      <a:pt x="20" y="18"/>
                      <a:pt x="19" y="19"/>
                      <a:pt x="18" y="18"/>
                    </a:cubicBezTo>
                    <a:cubicBezTo>
                      <a:pt x="17" y="18"/>
                      <a:pt x="16" y="18"/>
                      <a:pt x="15" y="17"/>
                    </a:cubicBezTo>
                    <a:cubicBezTo>
                      <a:pt x="12" y="24"/>
                      <a:pt x="12" y="24"/>
                      <a:pt x="12" y="24"/>
                    </a:cubicBezTo>
                    <a:cubicBezTo>
                      <a:pt x="12" y="25"/>
                      <a:pt x="12" y="26"/>
                      <a:pt x="12" y="26"/>
                    </a:cubicBezTo>
                    <a:cubicBezTo>
                      <a:pt x="12" y="27"/>
                      <a:pt x="12" y="27"/>
                      <a:pt x="12" y="28"/>
                    </a:cubicBezTo>
                    <a:cubicBezTo>
                      <a:pt x="12" y="28"/>
                      <a:pt x="12" y="28"/>
                      <a:pt x="12" y="28"/>
                    </a:cubicBezTo>
                    <a:cubicBezTo>
                      <a:pt x="8" y="23"/>
                      <a:pt x="8" y="23"/>
                      <a:pt x="8" y="23"/>
                    </a:cubicBezTo>
                    <a:cubicBezTo>
                      <a:pt x="12" y="13"/>
                      <a:pt x="12" y="13"/>
                      <a:pt x="12" y="13"/>
                    </a:cubicBezTo>
                    <a:lnTo>
                      <a:pt x="11" y="12"/>
                    </a:lnTo>
                    <a:close/>
                    <a:moveTo>
                      <a:pt x="19" y="6"/>
                    </a:moveTo>
                    <a:cubicBezTo>
                      <a:pt x="12" y="11"/>
                      <a:pt x="12" y="11"/>
                      <a:pt x="12" y="11"/>
                    </a:cubicBezTo>
                    <a:cubicBezTo>
                      <a:pt x="13" y="12"/>
                      <a:pt x="13" y="12"/>
                      <a:pt x="13" y="12"/>
                    </a:cubicBezTo>
                    <a:cubicBezTo>
                      <a:pt x="13" y="13"/>
                      <a:pt x="14" y="14"/>
                      <a:pt x="15" y="14"/>
                    </a:cubicBezTo>
                    <a:cubicBezTo>
                      <a:pt x="15" y="15"/>
                      <a:pt x="16" y="15"/>
                      <a:pt x="16" y="15"/>
                    </a:cubicBezTo>
                    <a:cubicBezTo>
                      <a:pt x="17" y="15"/>
                      <a:pt x="18" y="14"/>
                      <a:pt x="19" y="14"/>
                    </a:cubicBezTo>
                    <a:cubicBezTo>
                      <a:pt x="20" y="13"/>
                      <a:pt x="21" y="12"/>
                      <a:pt x="21" y="11"/>
                    </a:cubicBezTo>
                    <a:cubicBezTo>
                      <a:pt x="21" y="10"/>
                      <a:pt x="21" y="9"/>
                      <a:pt x="20" y="8"/>
                    </a:cubicBezTo>
                    <a:lnTo>
                      <a:pt x="19" y="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5" name="Freeform 24"/>
              <p:cNvSpPr/>
              <p:nvPr/>
            </p:nvSpPr>
            <p:spPr bwMode="auto">
              <a:xfrm>
                <a:off x="1651000" y="625475"/>
                <a:ext cx="76200" cy="55562"/>
              </a:xfrm>
              <a:custGeom>
                <a:avLst/>
                <a:gdLst>
                  <a:gd name="T0" fmla="*/ 23 w 23"/>
                  <a:gd name="T1" fmla="*/ 10 h 17"/>
                  <a:gd name="T2" fmla="*/ 17 w 23"/>
                  <a:gd name="T3" fmla="*/ 12 h 17"/>
                  <a:gd name="T4" fmla="*/ 17 w 23"/>
                  <a:gd name="T5" fmla="*/ 12 h 17"/>
                  <a:gd name="T6" fmla="*/ 20 w 23"/>
                  <a:gd name="T7" fmla="*/ 9 h 17"/>
                  <a:gd name="T8" fmla="*/ 20 w 23"/>
                  <a:gd name="T9" fmla="*/ 5 h 17"/>
                  <a:gd name="T10" fmla="*/ 18 w 23"/>
                  <a:gd name="T11" fmla="*/ 3 h 17"/>
                  <a:gd name="T12" fmla="*/ 16 w 23"/>
                  <a:gd name="T13" fmla="*/ 3 h 17"/>
                  <a:gd name="T14" fmla="*/ 15 w 23"/>
                  <a:gd name="T15" fmla="*/ 3 h 17"/>
                  <a:gd name="T16" fmla="*/ 15 w 23"/>
                  <a:gd name="T17" fmla="*/ 5 h 17"/>
                  <a:gd name="T18" fmla="*/ 14 w 23"/>
                  <a:gd name="T19" fmla="*/ 8 h 17"/>
                  <a:gd name="T20" fmla="*/ 13 w 23"/>
                  <a:gd name="T21" fmla="*/ 14 h 17"/>
                  <a:gd name="T22" fmla="*/ 10 w 23"/>
                  <a:gd name="T23" fmla="*/ 16 h 17"/>
                  <a:gd name="T24" fmla="*/ 5 w 23"/>
                  <a:gd name="T25" fmla="*/ 16 h 17"/>
                  <a:gd name="T26" fmla="*/ 2 w 23"/>
                  <a:gd name="T27" fmla="*/ 12 h 17"/>
                  <a:gd name="T28" fmla="*/ 2 w 23"/>
                  <a:gd name="T29" fmla="*/ 10 h 17"/>
                  <a:gd name="T30" fmla="*/ 2 w 23"/>
                  <a:gd name="T31" fmla="*/ 8 h 17"/>
                  <a:gd name="T32" fmla="*/ 1 w 23"/>
                  <a:gd name="T33" fmla="*/ 7 h 17"/>
                  <a:gd name="T34" fmla="*/ 1 w 23"/>
                  <a:gd name="T35" fmla="*/ 6 h 17"/>
                  <a:gd name="T36" fmla="*/ 0 w 23"/>
                  <a:gd name="T37" fmla="*/ 6 h 17"/>
                  <a:gd name="T38" fmla="*/ 0 w 23"/>
                  <a:gd name="T39" fmla="*/ 5 h 17"/>
                  <a:gd name="T40" fmla="*/ 7 w 23"/>
                  <a:gd name="T41" fmla="*/ 3 h 17"/>
                  <a:gd name="T42" fmla="*/ 7 w 23"/>
                  <a:gd name="T43" fmla="*/ 3 h 17"/>
                  <a:gd name="T44" fmla="*/ 3 w 23"/>
                  <a:gd name="T45" fmla="*/ 7 h 17"/>
                  <a:gd name="T46" fmla="*/ 3 w 23"/>
                  <a:gd name="T47" fmla="*/ 11 h 17"/>
                  <a:gd name="T48" fmla="*/ 5 w 23"/>
                  <a:gd name="T49" fmla="*/ 14 h 17"/>
                  <a:gd name="T50" fmla="*/ 7 w 23"/>
                  <a:gd name="T51" fmla="*/ 14 h 17"/>
                  <a:gd name="T52" fmla="*/ 8 w 23"/>
                  <a:gd name="T53" fmla="*/ 13 h 17"/>
                  <a:gd name="T54" fmla="*/ 9 w 23"/>
                  <a:gd name="T55" fmla="*/ 11 h 17"/>
                  <a:gd name="T56" fmla="*/ 9 w 23"/>
                  <a:gd name="T57" fmla="*/ 8 h 17"/>
                  <a:gd name="T58" fmla="*/ 10 w 23"/>
                  <a:gd name="T59" fmla="*/ 4 h 17"/>
                  <a:gd name="T60" fmla="*/ 11 w 23"/>
                  <a:gd name="T61" fmla="*/ 2 h 17"/>
                  <a:gd name="T62" fmla="*/ 14 w 23"/>
                  <a:gd name="T63" fmla="*/ 0 h 17"/>
                  <a:gd name="T64" fmla="*/ 18 w 23"/>
                  <a:gd name="T65" fmla="*/ 1 h 17"/>
                  <a:gd name="T66" fmla="*/ 21 w 23"/>
                  <a:gd name="T67" fmla="*/ 4 h 17"/>
                  <a:gd name="T68" fmla="*/ 21 w 23"/>
                  <a:gd name="T69" fmla="*/ 6 h 17"/>
                  <a:gd name="T70" fmla="*/ 21 w 23"/>
                  <a:gd name="T71" fmla="*/ 8 h 17"/>
                  <a:gd name="T72" fmla="*/ 21 w 23"/>
                  <a:gd name="T73" fmla="*/ 9 h 17"/>
                  <a:gd name="T74" fmla="*/ 22 w 23"/>
                  <a:gd name="T75" fmla="*/ 10 h 17"/>
                  <a:gd name="T76" fmla="*/ 23 w 23"/>
                  <a:gd name="T77" fmla="*/ 1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3" h="17">
                    <a:moveTo>
                      <a:pt x="23" y="10"/>
                    </a:moveTo>
                    <a:cubicBezTo>
                      <a:pt x="17" y="12"/>
                      <a:pt x="17" y="12"/>
                      <a:pt x="17" y="12"/>
                    </a:cubicBezTo>
                    <a:cubicBezTo>
                      <a:pt x="17" y="12"/>
                      <a:pt x="17" y="12"/>
                      <a:pt x="17" y="12"/>
                    </a:cubicBezTo>
                    <a:cubicBezTo>
                      <a:pt x="18" y="11"/>
                      <a:pt x="19" y="10"/>
                      <a:pt x="20" y="9"/>
                    </a:cubicBezTo>
                    <a:cubicBezTo>
                      <a:pt x="20" y="7"/>
                      <a:pt x="20" y="6"/>
                      <a:pt x="20" y="5"/>
                    </a:cubicBezTo>
                    <a:cubicBezTo>
                      <a:pt x="20" y="4"/>
                      <a:pt x="19" y="3"/>
                      <a:pt x="18" y="3"/>
                    </a:cubicBezTo>
                    <a:cubicBezTo>
                      <a:pt x="18" y="2"/>
                      <a:pt x="17" y="2"/>
                      <a:pt x="16" y="3"/>
                    </a:cubicBezTo>
                    <a:cubicBezTo>
                      <a:pt x="16" y="3"/>
                      <a:pt x="16" y="3"/>
                      <a:pt x="15" y="3"/>
                    </a:cubicBezTo>
                    <a:cubicBezTo>
                      <a:pt x="15" y="4"/>
                      <a:pt x="15" y="4"/>
                      <a:pt x="15" y="5"/>
                    </a:cubicBezTo>
                    <a:cubicBezTo>
                      <a:pt x="15" y="6"/>
                      <a:pt x="14" y="7"/>
                      <a:pt x="14" y="8"/>
                    </a:cubicBezTo>
                    <a:cubicBezTo>
                      <a:pt x="14" y="11"/>
                      <a:pt x="13" y="13"/>
                      <a:pt x="13" y="14"/>
                    </a:cubicBezTo>
                    <a:cubicBezTo>
                      <a:pt x="12" y="15"/>
                      <a:pt x="11" y="16"/>
                      <a:pt x="10" y="16"/>
                    </a:cubicBezTo>
                    <a:cubicBezTo>
                      <a:pt x="8" y="17"/>
                      <a:pt x="7" y="17"/>
                      <a:pt x="5" y="16"/>
                    </a:cubicBezTo>
                    <a:cubicBezTo>
                      <a:pt x="4" y="15"/>
                      <a:pt x="3" y="14"/>
                      <a:pt x="2" y="12"/>
                    </a:cubicBezTo>
                    <a:cubicBezTo>
                      <a:pt x="2" y="11"/>
                      <a:pt x="2" y="11"/>
                      <a:pt x="2" y="10"/>
                    </a:cubicBezTo>
                    <a:cubicBezTo>
                      <a:pt x="2" y="10"/>
                      <a:pt x="2" y="9"/>
                      <a:pt x="2" y="8"/>
                    </a:cubicBezTo>
                    <a:cubicBezTo>
                      <a:pt x="2" y="7"/>
                      <a:pt x="2" y="7"/>
                      <a:pt x="1" y="7"/>
                    </a:cubicBezTo>
                    <a:cubicBezTo>
                      <a:pt x="1" y="7"/>
                      <a:pt x="1" y="6"/>
                      <a:pt x="1" y="6"/>
                    </a:cubicBezTo>
                    <a:cubicBezTo>
                      <a:pt x="1" y="6"/>
                      <a:pt x="0" y="6"/>
                      <a:pt x="0" y="6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7" y="3"/>
                      <a:pt x="7" y="3"/>
                      <a:pt x="7" y="3"/>
                    </a:cubicBezTo>
                    <a:cubicBezTo>
                      <a:pt x="7" y="3"/>
                      <a:pt x="7" y="3"/>
                      <a:pt x="7" y="3"/>
                    </a:cubicBezTo>
                    <a:cubicBezTo>
                      <a:pt x="5" y="4"/>
                      <a:pt x="4" y="6"/>
                      <a:pt x="3" y="7"/>
                    </a:cubicBezTo>
                    <a:cubicBezTo>
                      <a:pt x="3" y="9"/>
                      <a:pt x="2" y="10"/>
                      <a:pt x="3" y="11"/>
                    </a:cubicBezTo>
                    <a:cubicBezTo>
                      <a:pt x="3" y="12"/>
                      <a:pt x="4" y="13"/>
                      <a:pt x="5" y="14"/>
                    </a:cubicBezTo>
                    <a:cubicBezTo>
                      <a:pt x="5" y="14"/>
                      <a:pt x="6" y="14"/>
                      <a:pt x="7" y="14"/>
                    </a:cubicBezTo>
                    <a:cubicBezTo>
                      <a:pt x="7" y="14"/>
                      <a:pt x="8" y="13"/>
                      <a:pt x="8" y="13"/>
                    </a:cubicBezTo>
                    <a:cubicBezTo>
                      <a:pt x="8" y="13"/>
                      <a:pt x="9" y="12"/>
                      <a:pt x="9" y="11"/>
                    </a:cubicBezTo>
                    <a:cubicBezTo>
                      <a:pt x="9" y="11"/>
                      <a:pt x="9" y="10"/>
                      <a:pt x="9" y="8"/>
                    </a:cubicBezTo>
                    <a:cubicBezTo>
                      <a:pt x="10" y="7"/>
                      <a:pt x="10" y="5"/>
                      <a:pt x="10" y="4"/>
                    </a:cubicBezTo>
                    <a:cubicBezTo>
                      <a:pt x="10" y="3"/>
                      <a:pt x="11" y="2"/>
                      <a:pt x="11" y="2"/>
                    </a:cubicBezTo>
                    <a:cubicBezTo>
                      <a:pt x="12" y="1"/>
                      <a:pt x="13" y="1"/>
                      <a:pt x="14" y="0"/>
                    </a:cubicBezTo>
                    <a:cubicBezTo>
                      <a:pt x="15" y="0"/>
                      <a:pt x="16" y="0"/>
                      <a:pt x="18" y="1"/>
                    </a:cubicBezTo>
                    <a:cubicBezTo>
                      <a:pt x="19" y="1"/>
                      <a:pt x="20" y="2"/>
                      <a:pt x="21" y="4"/>
                    </a:cubicBezTo>
                    <a:cubicBezTo>
                      <a:pt x="21" y="5"/>
                      <a:pt x="21" y="5"/>
                      <a:pt x="21" y="6"/>
                    </a:cubicBezTo>
                    <a:cubicBezTo>
                      <a:pt x="21" y="6"/>
                      <a:pt x="21" y="7"/>
                      <a:pt x="21" y="8"/>
                    </a:cubicBezTo>
                    <a:cubicBezTo>
                      <a:pt x="21" y="8"/>
                      <a:pt x="21" y="9"/>
                      <a:pt x="21" y="9"/>
                    </a:cubicBezTo>
                    <a:cubicBezTo>
                      <a:pt x="21" y="9"/>
                      <a:pt x="21" y="9"/>
                      <a:pt x="22" y="10"/>
                    </a:cubicBezTo>
                    <a:cubicBezTo>
                      <a:pt x="22" y="10"/>
                      <a:pt x="22" y="10"/>
                      <a:pt x="23" y="1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6" name="Freeform 25"/>
              <p:cNvSpPr/>
              <p:nvPr/>
            </p:nvSpPr>
            <p:spPr bwMode="auto">
              <a:xfrm>
                <a:off x="1673225" y="714375"/>
                <a:ext cx="69850" cy="42862"/>
              </a:xfrm>
              <a:custGeom>
                <a:avLst/>
                <a:gdLst>
                  <a:gd name="T0" fmla="*/ 2 w 21"/>
                  <a:gd name="T1" fmla="*/ 13 h 13"/>
                  <a:gd name="T2" fmla="*/ 2 w 21"/>
                  <a:gd name="T3" fmla="*/ 13 h 13"/>
                  <a:gd name="T4" fmla="*/ 0 w 21"/>
                  <a:gd name="T5" fmla="*/ 3 h 13"/>
                  <a:gd name="T6" fmla="*/ 1 w 21"/>
                  <a:gd name="T7" fmla="*/ 3 h 13"/>
                  <a:gd name="T8" fmla="*/ 1 w 21"/>
                  <a:gd name="T9" fmla="*/ 3 h 13"/>
                  <a:gd name="T10" fmla="*/ 1 w 21"/>
                  <a:gd name="T11" fmla="*/ 5 h 13"/>
                  <a:gd name="T12" fmla="*/ 2 w 21"/>
                  <a:gd name="T13" fmla="*/ 5 h 13"/>
                  <a:gd name="T14" fmla="*/ 4 w 21"/>
                  <a:gd name="T15" fmla="*/ 5 h 13"/>
                  <a:gd name="T16" fmla="*/ 17 w 21"/>
                  <a:gd name="T17" fmla="*/ 3 h 13"/>
                  <a:gd name="T18" fmla="*/ 19 w 21"/>
                  <a:gd name="T19" fmla="*/ 3 h 13"/>
                  <a:gd name="T20" fmla="*/ 19 w 21"/>
                  <a:gd name="T21" fmla="*/ 2 h 13"/>
                  <a:gd name="T22" fmla="*/ 19 w 21"/>
                  <a:gd name="T23" fmla="*/ 1 h 13"/>
                  <a:gd name="T24" fmla="*/ 19 w 21"/>
                  <a:gd name="T25" fmla="*/ 0 h 13"/>
                  <a:gd name="T26" fmla="*/ 20 w 21"/>
                  <a:gd name="T27" fmla="*/ 0 h 13"/>
                  <a:gd name="T28" fmla="*/ 21 w 21"/>
                  <a:gd name="T29" fmla="*/ 10 h 13"/>
                  <a:gd name="T30" fmla="*/ 20 w 21"/>
                  <a:gd name="T31" fmla="*/ 10 h 13"/>
                  <a:gd name="T32" fmla="*/ 20 w 21"/>
                  <a:gd name="T33" fmla="*/ 10 h 13"/>
                  <a:gd name="T34" fmla="*/ 20 w 21"/>
                  <a:gd name="T35" fmla="*/ 8 h 13"/>
                  <a:gd name="T36" fmla="*/ 19 w 21"/>
                  <a:gd name="T37" fmla="*/ 8 h 13"/>
                  <a:gd name="T38" fmla="*/ 17 w 21"/>
                  <a:gd name="T39" fmla="*/ 8 h 13"/>
                  <a:gd name="T40" fmla="*/ 5 w 21"/>
                  <a:gd name="T41" fmla="*/ 10 h 13"/>
                  <a:gd name="T42" fmla="*/ 3 w 21"/>
                  <a:gd name="T43" fmla="*/ 10 h 13"/>
                  <a:gd name="T44" fmla="*/ 2 w 21"/>
                  <a:gd name="T45" fmla="*/ 11 h 13"/>
                  <a:gd name="T46" fmla="*/ 2 w 21"/>
                  <a:gd name="T47" fmla="*/ 12 h 13"/>
                  <a:gd name="T48" fmla="*/ 2 w 21"/>
                  <a:gd name="T4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21" h="13">
                    <a:moveTo>
                      <a:pt x="2" y="13"/>
                    </a:moveTo>
                    <a:cubicBezTo>
                      <a:pt x="2" y="13"/>
                      <a:pt x="2" y="13"/>
                      <a:pt x="2" y="1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4"/>
                      <a:pt x="1" y="4"/>
                      <a:pt x="1" y="5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2" y="5"/>
                      <a:pt x="3" y="5"/>
                      <a:pt x="4" y="5"/>
                    </a:cubicBezTo>
                    <a:cubicBezTo>
                      <a:pt x="17" y="3"/>
                      <a:pt x="17" y="3"/>
                      <a:pt x="17" y="3"/>
                    </a:cubicBezTo>
                    <a:cubicBezTo>
                      <a:pt x="18" y="3"/>
                      <a:pt x="18" y="3"/>
                      <a:pt x="19" y="3"/>
                    </a:cubicBezTo>
                    <a:cubicBezTo>
                      <a:pt x="19" y="3"/>
                      <a:pt x="19" y="3"/>
                      <a:pt x="19" y="2"/>
                    </a:cubicBezTo>
                    <a:cubicBezTo>
                      <a:pt x="19" y="2"/>
                      <a:pt x="19" y="1"/>
                      <a:pt x="19" y="1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0" y="9"/>
                      <a:pt x="20" y="9"/>
                      <a:pt x="20" y="8"/>
                    </a:cubicBezTo>
                    <a:cubicBezTo>
                      <a:pt x="20" y="8"/>
                      <a:pt x="19" y="8"/>
                      <a:pt x="19" y="8"/>
                    </a:cubicBezTo>
                    <a:cubicBezTo>
                      <a:pt x="19" y="8"/>
                      <a:pt x="18" y="8"/>
                      <a:pt x="17" y="8"/>
                    </a:cubicBezTo>
                    <a:cubicBezTo>
                      <a:pt x="5" y="10"/>
                      <a:pt x="5" y="10"/>
                      <a:pt x="5" y="10"/>
                    </a:cubicBezTo>
                    <a:cubicBezTo>
                      <a:pt x="4" y="10"/>
                      <a:pt x="3" y="10"/>
                      <a:pt x="3" y="10"/>
                    </a:cubicBezTo>
                    <a:cubicBezTo>
                      <a:pt x="3" y="10"/>
                      <a:pt x="2" y="11"/>
                      <a:pt x="2" y="11"/>
                    </a:cubicBezTo>
                    <a:cubicBezTo>
                      <a:pt x="2" y="11"/>
                      <a:pt x="2" y="12"/>
                      <a:pt x="2" y="12"/>
                    </a:cubicBezTo>
                    <a:lnTo>
                      <a:pt x="2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7" name="Freeform 26"/>
              <p:cNvSpPr/>
              <p:nvPr/>
            </p:nvSpPr>
            <p:spPr bwMode="auto">
              <a:xfrm>
                <a:off x="1676400" y="801688"/>
                <a:ext cx="69850" cy="58737"/>
              </a:xfrm>
              <a:custGeom>
                <a:avLst/>
                <a:gdLst>
                  <a:gd name="T0" fmla="*/ 19 w 21"/>
                  <a:gd name="T1" fmla="*/ 18 h 18"/>
                  <a:gd name="T2" fmla="*/ 14 w 21"/>
                  <a:gd name="T3" fmla="*/ 17 h 18"/>
                  <a:gd name="T4" fmla="*/ 14 w 21"/>
                  <a:gd name="T5" fmla="*/ 17 h 18"/>
                  <a:gd name="T6" fmla="*/ 17 w 21"/>
                  <a:gd name="T7" fmla="*/ 16 h 18"/>
                  <a:gd name="T8" fmla="*/ 18 w 21"/>
                  <a:gd name="T9" fmla="*/ 15 h 18"/>
                  <a:gd name="T10" fmla="*/ 19 w 21"/>
                  <a:gd name="T11" fmla="*/ 13 h 18"/>
                  <a:gd name="T12" fmla="*/ 19 w 21"/>
                  <a:gd name="T13" fmla="*/ 11 h 18"/>
                  <a:gd name="T14" fmla="*/ 4 w 21"/>
                  <a:gd name="T15" fmla="*/ 10 h 18"/>
                  <a:gd name="T16" fmla="*/ 2 w 21"/>
                  <a:gd name="T17" fmla="*/ 10 h 18"/>
                  <a:gd name="T18" fmla="*/ 1 w 21"/>
                  <a:gd name="T19" fmla="*/ 11 h 18"/>
                  <a:gd name="T20" fmla="*/ 1 w 21"/>
                  <a:gd name="T21" fmla="*/ 12 h 18"/>
                  <a:gd name="T22" fmla="*/ 1 w 21"/>
                  <a:gd name="T23" fmla="*/ 12 h 18"/>
                  <a:gd name="T24" fmla="*/ 0 w 21"/>
                  <a:gd name="T25" fmla="*/ 12 h 18"/>
                  <a:gd name="T26" fmla="*/ 1 w 21"/>
                  <a:gd name="T27" fmla="*/ 2 h 18"/>
                  <a:gd name="T28" fmla="*/ 2 w 21"/>
                  <a:gd name="T29" fmla="*/ 2 h 18"/>
                  <a:gd name="T30" fmla="*/ 2 w 21"/>
                  <a:gd name="T31" fmla="*/ 3 h 18"/>
                  <a:gd name="T32" fmla="*/ 2 w 21"/>
                  <a:gd name="T33" fmla="*/ 4 h 18"/>
                  <a:gd name="T34" fmla="*/ 2 w 21"/>
                  <a:gd name="T35" fmla="*/ 5 h 18"/>
                  <a:gd name="T36" fmla="*/ 4 w 21"/>
                  <a:gd name="T37" fmla="*/ 5 h 18"/>
                  <a:gd name="T38" fmla="*/ 19 w 21"/>
                  <a:gd name="T39" fmla="*/ 7 h 18"/>
                  <a:gd name="T40" fmla="*/ 19 w 21"/>
                  <a:gd name="T41" fmla="*/ 5 h 18"/>
                  <a:gd name="T42" fmla="*/ 19 w 21"/>
                  <a:gd name="T43" fmla="*/ 2 h 18"/>
                  <a:gd name="T44" fmla="*/ 15 w 21"/>
                  <a:gd name="T45" fmla="*/ 0 h 18"/>
                  <a:gd name="T46" fmla="*/ 16 w 21"/>
                  <a:gd name="T47" fmla="*/ 0 h 18"/>
                  <a:gd name="T48" fmla="*/ 21 w 21"/>
                  <a:gd name="T49" fmla="*/ 0 h 18"/>
                  <a:gd name="T50" fmla="*/ 19 w 21"/>
                  <a:gd name="T51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1" h="18">
                    <a:moveTo>
                      <a:pt x="19" y="18"/>
                    </a:moveTo>
                    <a:cubicBezTo>
                      <a:pt x="14" y="17"/>
                      <a:pt x="14" y="17"/>
                      <a:pt x="14" y="17"/>
                    </a:cubicBezTo>
                    <a:cubicBezTo>
                      <a:pt x="14" y="17"/>
                      <a:pt x="14" y="17"/>
                      <a:pt x="14" y="17"/>
                    </a:cubicBezTo>
                    <a:cubicBezTo>
                      <a:pt x="15" y="17"/>
                      <a:pt x="16" y="16"/>
                      <a:pt x="17" y="16"/>
                    </a:cubicBezTo>
                    <a:cubicBezTo>
                      <a:pt x="17" y="16"/>
                      <a:pt x="18" y="15"/>
                      <a:pt x="18" y="15"/>
                    </a:cubicBezTo>
                    <a:cubicBezTo>
                      <a:pt x="18" y="14"/>
                      <a:pt x="18" y="14"/>
                      <a:pt x="19" y="13"/>
                    </a:cubicBezTo>
                    <a:cubicBezTo>
                      <a:pt x="19" y="11"/>
                      <a:pt x="19" y="11"/>
                      <a:pt x="19" y="11"/>
                    </a:cubicBezTo>
                    <a:cubicBezTo>
                      <a:pt x="4" y="10"/>
                      <a:pt x="4" y="10"/>
                      <a:pt x="4" y="10"/>
                    </a:cubicBezTo>
                    <a:cubicBezTo>
                      <a:pt x="3" y="10"/>
                      <a:pt x="2" y="10"/>
                      <a:pt x="2" y="10"/>
                    </a:cubicBezTo>
                    <a:cubicBezTo>
                      <a:pt x="2" y="10"/>
                      <a:pt x="1" y="10"/>
                      <a:pt x="1" y="11"/>
                    </a:cubicBezTo>
                    <a:cubicBezTo>
                      <a:pt x="1" y="11"/>
                      <a:pt x="1" y="11"/>
                      <a:pt x="1" y="12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2" y="4"/>
                      <a:pt x="2" y="4"/>
                      <a:pt x="2" y="4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3" y="5"/>
                      <a:pt x="3" y="5"/>
                      <a:pt x="4" y="5"/>
                    </a:cubicBezTo>
                    <a:cubicBezTo>
                      <a:pt x="19" y="7"/>
                      <a:pt x="19" y="7"/>
                      <a:pt x="19" y="7"/>
                    </a:cubicBezTo>
                    <a:cubicBezTo>
                      <a:pt x="19" y="5"/>
                      <a:pt x="19" y="5"/>
                      <a:pt x="19" y="5"/>
                    </a:cubicBezTo>
                    <a:cubicBezTo>
                      <a:pt x="19" y="4"/>
                      <a:pt x="19" y="3"/>
                      <a:pt x="19" y="2"/>
                    </a:cubicBezTo>
                    <a:cubicBezTo>
                      <a:pt x="18" y="1"/>
                      <a:pt x="17" y="1"/>
                      <a:pt x="15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1" y="0"/>
                      <a:pt x="21" y="0"/>
                      <a:pt x="21" y="0"/>
                    </a:cubicBezTo>
                    <a:lnTo>
                      <a:pt x="19" y="1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8" name="Freeform 27"/>
              <p:cNvSpPr/>
              <p:nvPr/>
            </p:nvSpPr>
            <p:spPr bwMode="auto">
              <a:xfrm>
                <a:off x="1651000" y="908050"/>
                <a:ext cx="79375" cy="69850"/>
              </a:xfrm>
              <a:custGeom>
                <a:avLst/>
                <a:gdLst>
                  <a:gd name="T0" fmla="*/ 17 w 24"/>
                  <a:gd name="T1" fmla="*/ 21 h 21"/>
                  <a:gd name="T2" fmla="*/ 16 w 24"/>
                  <a:gd name="T3" fmla="*/ 21 h 21"/>
                  <a:gd name="T4" fmla="*/ 16 w 24"/>
                  <a:gd name="T5" fmla="*/ 19 h 21"/>
                  <a:gd name="T6" fmla="*/ 14 w 24"/>
                  <a:gd name="T7" fmla="*/ 16 h 21"/>
                  <a:gd name="T8" fmla="*/ 9 w 24"/>
                  <a:gd name="T9" fmla="*/ 10 h 21"/>
                  <a:gd name="T10" fmla="*/ 4 w 24"/>
                  <a:gd name="T11" fmla="*/ 8 h 21"/>
                  <a:gd name="T12" fmla="*/ 3 w 24"/>
                  <a:gd name="T13" fmla="*/ 8 h 21"/>
                  <a:gd name="T14" fmla="*/ 2 w 24"/>
                  <a:gd name="T15" fmla="*/ 8 h 21"/>
                  <a:gd name="T16" fmla="*/ 1 w 24"/>
                  <a:gd name="T17" fmla="*/ 9 h 21"/>
                  <a:gd name="T18" fmla="*/ 1 w 24"/>
                  <a:gd name="T19" fmla="*/ 10 h 21"/>
                  <a:gd name="T20" fmla="*/ 0 w 24"/>
                  <a:gd name="T21" fmla="*/ 10 h 21"/>
                  <a:gd name="T22" fmla="*/ 4 w 24"/>
                  <a:gd name="T23" fmla="*/ 0 h 21"/>
                  <a:gd name="T24" fmla="*/ 5 w 24"/>
                  <a:gd name="T25" fmla="*/ 0 h 21"/>
                  <a:gd name="T26" fmla="*/ 4 w 24"/>
                  <a:gd name="T27" fmla="*/ 1 h 21"/>
                  <a:gd name="T28" fmla="*/ 4 w 24"/>
                  <a:gd name="T29" fmla="*/ 2 h 21"/>
                  <a:gd name="T30" fmla="*/ 4 w 24"/>
                  <a:gd name="T31" fmla="*/ 3 h 21"/>
                  <a:gd name="T32" fmla="*/ 6 w 24"/>
                  <a:gd name="T33" fmla="*/ 4 h 21"/>
                  <a:gd name="T34" fmla="*/ 10 w 24"/>
                  <a:gd name="T35" fmla="*/ 5 h 21"/>
                  <a:gd name="T36" fmla="*/ 19 w 24"/>
                  <a:gd name="T37" fmla="*/ 4 h 21"/>
                  <a:gd name="T38" fmla="*/ 23 w 24"/>
                  <a:gd name="T39" fmla="*/ 3 h 21"/>
                  <a:gd name="T40" fmla="*/ 23 w 24"/>
                  <a:gd name="T41" fmla="*/ 1 h 21"/>
                  <a:gd name="T42" fmla="*/ 24 w 24"/>
                  <a:gd name="T43" fmla="*/ 2 h 21"/>
                  <a:gd name="T44" fmla="*/ 21 w 24"/>
                  <a:gd name="T45" fmla="*/ 10 h 21"/>
                  <a:gd name="T46" fmla="*/ 20 w 24"/>
                  <a:gd name="T47" fmla="*/ 10 h 21"/>
                  <a:gd name="T48" fmla="*/ 20 w 24"/>
                  <a:gd name="T49" fmla="*/ 10 h 21"/>
                  <a:gd name="T50" fmla="*/ 21 w 24"/>
                  <a:gd name="T51" fmla="*/ 9 h 21"/>
                  <a:gd name="T52" fmla="*/ 20 w 24"/>
                  <a:gd name="T53" fmla="*/ 8 h 21"/>
                  <a:gd name="T54" fmla="*/ 17 w 24"/>
                  <a:gd name="T55" fmla="*/ 8 h 21"/>
                  <a:gd name="T56" fmla="*/ 10 w 24"/>
                  <a:gd name="T57" fmla="*/ 9 h 21"/>
                  <a:gd name="T58" fmla="*/ 14 w 24"/>
                  <a:gd name="T59" fmla="*/ 15 h 21"/>
                  <a:gd name="T60" fmla="*/ 17 w 24"/>
                  <a:gd name="T61" fmla="*/ 17 h 21"/>
                  <a:gd name="T62" fmla="*/ 17 w 24"/>
                  <a:gd name="T63" fmla="*/ 17 h 21"/>
                  <a:gd name="T64" fmla="*/ 18 w 24"/>
                  <a:gd name="T65" fmla="*/ 15 h 21"/>
                  <a:gd name="T66" fmla="*/ 19 w 24"/>
                  <a:gd name="T67" fmla="*/ 15 h 21"/>
                  <a:gd name="T68" fmla="*/ 17 w 24"/>
                  <a:gd name="T69" fmla="*/ 2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24" h="21">
                    <a:moveTo>
                      <a:pt x="17" y="21"/>
                    </a:moveTo>
                    <a:cubicBezTo>
                      <a:pt x="16" y="21"/>
                      <a:pt x="16" y="21"/>
                      <a:pt x="16" y="21"/>
                    </a:cubicBezTo>
                    <a:cubicBezTo>
                      <a:pt x="17" y="20"/>
                      <a:pt x="17" y="20"/>
                      <a:pt x="16" y="19"/>
                    </a:cubicBezTo>
                    <a:cubicBezTo>
                      <a:pt x="16" y="19"/>
                      <a:pt x="15" y="18"/>
                      <a:pt x="14" y="16"/>
                    </a:cubicBezTo>
                    <a:cubicBezTo>
                      <a:pt x="9" y="10"/>
                      <a:pt x="9" y="10"/>
                      <a:pt x="9" y="10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4" y="8"/>
                      <a:pt x="3" y="7"/>
                      <a:pt x="3" y="8"/>
                    </a:cubicBezTo>
                    <a:cubicBezTo>
                      <a:pt x="2" y="8"/>
                      <a:pt x="2" y="8"/>
                      <a:pt x="2" y="8"/>
                    </a:cubicBezTo>
                    <a:cubicBezTo>
                      <a:pt x="2" y="8"/>
                      <a:pt x="1" y="8"/>
                      <a:pt x="1" y="9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4" y="1"/>
                      <a:pt x="4" y="1"/>
                      <a:pt x="4" y="1"/>
                    </a:cubicBezTo>
                    <a:cubicBezTo>
                      <a:pt x="4" y="1"/>
                      <a:pt x="4" y="2"/>
                      <a:pt x="4" y="2"/>
                    </a:cubicBezTo>
                    <a:cubicBezTo>
                      <a:pt x="4" y="2"/>
                      <a:pt x="4" y="3"/>
                      <a:pt x="4" y="3"/>
                    </a:cubicBezTo>
                    <a:cubicBezTo>
                      <a:pt x="5" y="3"/>
                      <a:pt x="5" y="3"/>
                      <a:pt x="6" y="4"/>
                    </a:cubicBezTo>
                    <a:cubicBezTo>
                      <a:pt x="10" y="5"/>
                      <a:pt x="10" y="5"/>
                      <a:pt x="10" y="5"/>
                    </a:cubicBezTo>
                    <a:cubicBezTo>
                      <a:pt x="19" y="4"/>
                      <a:pt x="19" y="4"/>
                      <a:pt x="19" y="4"/>
                    </a:cubicBezTo>
                    <a:cubicBezTo>
                      <a:pt x="21" y="3"/>
                      <a:pt x="22" y="3"/>
                      <a:pt x="23" y="3"/>
                    </a:cubicBezTo>
                    <a:cubicBezTo>
                      <a:pt x="23" y="2"/>
                      <a:pt x="23" y="2"/>
                      <a:pt x="23" y="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1" y="9"/>
                      <a:pt x="21" y="9"/>
                      <a:pt x="21" y="9"/>
                    </a:cubicBezTo>
                    <a:cubicBezTo>
                      <a:pt x="20" y="8"/>
                      <a:pt x="20" y="8"/>
                      <a:pt x="20" y="8"/>
                    </a:cubicBezTo>
                    <a:cubicBezTo>
                      <a:pt x="20" y="8"/>
                      <a:pt x="19" y="8"/>
                      <a:pt x="17" y="8"/>
                    </a:cubicBezTo>
                    <a:cubicBezTo>
                      <a:pt x="10" y="9"/>
                      <a:pt x="10" y="9"/>
                      <a:pt x="10" y="9"/>
                    </a:cubicBezTo>
                    <a:cubicBezTo>
                      <a:pt x="14" y="15"/>
                      <a:pt x="14" y="15"/>
                      <a:pt x="14" y="15"/>
                    </a:cubicBezTo>
                    <a:cubicBezTo>
                      <a:pt x="15" y="16"/>
                      <a:pt x="16" y="17"/>
                      <a:pt x="17" y="17"/>
                    </a:cubicBezTo>
                    <a:cubicBezTo>
                      <a:pt x="17" y="17"/>
                      <a:pt x="17" y="17"/>
                      <a:pt x="17" y="17"/>
                    </a:cubicBezTo>
                    <a:cubicBezTo>
                      <a:pt x="18" y="17"/>
                      <a:pt x="18" y="16"/>
                      <a:pt x="18" y="15"/>
                    </a:cubicBezTo>
                    <a:cubicBezTo>
                      <a:pt x="19" y="15"/>
                      <a:pt x="19" y="15"/>
                      <a:pt x="19" y="15"/>
                    </a:cubicBezTo>
                    <a:lnTo>
                      <a:pt x="17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9" name="Freeform 28"/>
              <p:cNvSpPr>
                <a:spLocks noEditPoints="1"/>
              </p:cNvSpPr>
              <p:nvPr/>
            </p:nvSpPr>
            <p:spPr bwMode="auto">
              <a:xfrm>
                <a:off x="966788" y="455613"/>
                <a:ext cx="666750" cy="671512"/>
              </a:xfrm>
              <a:custGeom>
                <a:avLst/>
                <a:gdLst>
                  <a:gd name="T0" fmla="*/ 0 w 202"/>
                  <a:gd name="T1" fmla="*/ 101 h 202"/>
                  <a:gd name="T2" fmla="*/ 202 w 202"/>
                  <a:gd name="T3" fmla="*/ 101 h 202"/>
                  <a:gd name="T4" fmla="*/ 30 w 202"/>
                  <a:gd name="T5" fmla="*/ 129 h 202"/>
                  <a:gd name="T6" fmla="*/ 16 w 202"/>
                  <a:gd name="T7" fmla="*/ 123 h 202"/>
                  <a:gd name="T8" fmla="*/ 77 w 202"/>
                  <a:gd name="T9" fmla="*/ 70 h 202"/>
                  <a:gd name="T10" fmla="*/ 33 w 202"/>
                  <a:gd name="T11" fmla="*/ 75 h 202"/>
                  <a:gd name="T12" fmla="*/ 20 w 202"/>
                  <a:gd name="T13" fmla="*/ 66 h 202"/>
                  <a:gd name="T14" fmla="*/ 77 w 202"/>
                  <a:gd name="T15" fmla="*/ 35 h 202"/>
                  <a:gd name="T16" fmla="*/ 85 w 202"/>
                  <a:gd name="T17" fmla="*/ 17 h 202"/>
                  <a:gd name="T18" fmla="*/ 93 w 202"/>
                  <a:gd name="T19" fmla="*/ 78 h 202"/>
                  <a:gd name="T20" fmla="*/ 30 w 202"/>
                  <a:gd name="T21" fmla="*/ 129 h 202"/>
                  <a:gd name="T22" fmla="*/ 152 w 202"/>
                  <a:gd name="T23" fmla="*/ 159 h 202"/>
                  <a:gd name="T24" fmla="*/ 109 w 202"/>
                  <a:gd name="T25" fmla="*/ 131 h 202"/>
                  <a:gd name="T26" fmla="*/ 135 w 202"/>
                  <a:gd name="T27" fmla="*/ 182 h 202"/>
                  <a:gd name="T28" fmla="*/ 111 w 202"/>
                  <a:gd name="T29" fmla="*/ 151 h 202"/>
                  <a:gd name="T30" fmla="*/ 79 w 202"/>
                  <a:gd name="T31" fmla="*/ 177 h 202"/>
                  <a:gd name="T32" fmla="*/ 63 w 202"/>
                  <a:gd name="T33" fmla="*/ 178 h 202"/>
                  <a:gd name="T34" fmla="*/ 92 w 202"/>
                  <a:gd name="T35" fmla="*/ 114 h 202"/>
                  <a:gd name="T36" fmla="*/ 40 w 202"/>
                  <a:gd name="T37" fmla="*/ 167 h 202"/>
                  <a:gd name="T38" fmla="*/ 56 w 202"/>
                  <a:gd name="T39" fmla="*/ 120 h 202"/>
                  <a:gd name="T40" fmla="*/ 92 w 202"/>
                  <a:gd name="T41" fmla="*/ 92 h 202"/>
                  <a:gd name="T42" fmla="*/ 109 w 202"/>
                  <a:gd name="T43" fmla="*/ 94 h 202"/>
                  <a:gd name="T44" fmla="*/ 164 w 202"/>
                  <a:gd name="T45" fmla="*/ 149 h 202"/>
                  <a:gd name="T46" fmla="*/ 171 w 202"/>
                  <a:gd name="T47" fmla="*/ 129 h 202"/>
                  <a:gd name="T48" fmla="*/ 108 w 202"/>
                  <a:gd name="T49" fmla="*/ 78 h 202"/>
                  <a:gd name="T50" fmla="*/ 116 w 202"/>
                  <a:gd name="T51" fmla="*/ 17 h 202"/>
                  <a:gd name="T52" fmla="*/ 124 w 202"/>
                  <a:gd name="T53" fmla="*/ 35 h 202"/>
                  <a:gd name="T54" fmla="*/ 181 w 202"/>
                  <a:gd name="T55" fmla="*/ 66 h 202"/>
                  <a:gd name="T56" fmla="*/ 168 w 202"/>
                  <a:gd name="T57" fmla="*/ 75 h 202"/>
                  <a:gd name="T58" fmla="*/ 124 w 202"/>
                  <a:gd name="T59" fmla="*/ 70 h 202"/>
                  <a:gd name="T60" fmla="*/ 185 w 202"/>
                  <a:gd name="T61" fmla="*/ 123 h 202"/>
                  <a:gd name="T62" fmla="*/ 171 w 202"/>
                  <a:gd name="T63" fmla="*/ 129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202" h="202">
                    <a:moveTo>
                      <a:pt x="101" y="0"/>
                    </a:moveTo>
                    <a:cubicBezTo>
                      <a:pt x="45" y="0"/>
                      <a:pt x="0" y="46"/>
                      <a:pt x="0" y="101"/>
                    </a:cubicBezTo>
                    <a:cubicBezTo>
                      <a:pt x="0" y="157"/>
                      <a:pt x="45" y="202"/>
                      <a:pt x="101" y="202"/>
                    </a:cubicBezTo>
                    <a:cubicBezTo>
                      <a:pt x="157" y="202"/>
                      <a:pt x="202" y="157"/>
                      <a:pt x="202" y="101"/>
                    </a:cubicBezTo>
                    <a:cubicBezTo>
                      <a:pt x="202" y="46"/>
                      <a:pt x="157" y="0"/>
                      <a:pt x="101" y="0"/>
                    </a:cubicBezTo>
                    <a:close/>
                    <a:moveTo>
                      <a:pt x="30" y="129"/>
                    </a:moveTo>
                    <a:cubicBezTo>
                      <a:pt x="24" y="136"/>
                      <a:pt x="19" y="132"/>
                      <a:pt x="19" y="132"/>
                    </a:cubicBezTo>
                    <a:cubicBezTo>
                      <a:pt x="13" y="125"/>
                      <a:pt x="16" y="123"/>
                      <a:pt x="16" y="123"/>
                    </a:cubicBezTo>
                    <a:cubicBezTo>
                      <a:pt x="20" y="116"/>
                      <a:pt x="27" y="106"/>
                      <a:pt x="27" y="106"/>
                    </a:cubicBezTo>
                    <a:cubicBezTo>
                      <a:pt x="47" y="79"/>
                      <a:pt x="77" y="70"/>
                      <a:pt x="77" y="70"/>
                    </a:cubicBezTo>
                    <a:cubicBezTo>
                      <a:pt x="77" y="51"/>
                      <a:pt x="77" y="51"/>
                      <a:pt x="77" y="51"/>
                    </a:cubicBezTo>
                    <a:cubicBezTo>
                      <a:pt x="58" y="54"/>
                      <a:pt x="33" y="75"/>
                      <a:pt x="33" y="75"/>
                    </a:cubicBezTo>
                    <a:cubicBezTo>
                      <a:pt x="25" y="81"/>
                      <a:pt x="22" y="77"/>
                      <a:pt x="22" y="77"/>
                    </a:cubicBezTo>
                    <a:cubicBezTo>
                      <a:pt x="18" y="73"/>
                      <a:pt x="20" y="66"/>
                      <a:pt x="20" y="66"/>
                    </a:cubicBezTo>
                    <a:cubicBezTo>
                      <a:pt x="31" y="56"/>
                      <a:pt x="40" y="51"/>
                      <a:pt x="40" y="51"/>
                    </a:cubicBezTo>
                    <a:cubicBezTo>
                      <a:pt x="61" y="38"/>
                      <a:pt x="77" y="35"/>
                      <a:pt x="77" y="35"/>
                    </a:cubicBezTo>
                    <a:cubicBezTo>
                      <a:pt x="77" y="23"/>
                      <a:pt x="77" y="23"/>
                      <a:pt x="77" y="23"/>
                    </a:cubicBezTo>
                    <a:cubicBezTo>
                      <a:pt x="79" y="16"/>
                      <a:pt x="85" y="17"/>
                      <a:pt x="85" y="17"/>
                    </a:cubicBezTo>
                    <a:cubicBezTo>
                      <a:pt x="93" y="17"/>
                      <a:pt x="93" y="23"/>
                      <a:pt x="93" y="23"/>
                    </a:cubicBezTo>
                    <a:cubicBezTo>
                      <a:pt x="93" y="78"/>
                      <a:pt x="93" y="78"/>
                      <a:pt x="93" y="78"/>
                    </a:cubicBezTo>
                    <a:cubicBezTo>
                      <a:pt x="90" y="82"/>
                      <a:pt x="83" y="84"/>
                      <a:pt x="83" y="84"/>
                    </a:cubicBezTo>
                    <a:cubicBezTo>
                      <a:pt x="50" y="94"/>
                      <a:pt x="30" y="129"/>
                      <a:pt x="30" y="129"/>
                    </a:cubicBezTo>
                    <a:close/>
                    <a:moveTo>
                      <a:pt x="162" y="163"/>
                    </a:moveTo>
                    <a:cubicBezTo>
                      <a:pt x="151" y="167"/>
                      <a:pt x="152" y="159"/>
                      <a:pt x="152" y="159"/>
                    </a:cubicBezTo>
                    <a:cubicBezTo>
                      <a:pt x="136" y="120"/>
                      <a:pt x="109" y="113"/>
                      <a:pt x="109" y="113"/>
                    </a:cubicBezTo>
                    <a:cubicBezTo>
                      <a:pt x="109" y="131"/>
                      <a:pt x="109" y="131"/>
                      <a:pt x="109" y="131"/>
                    </a:cubicBezTo>
                    <a:cubicBezTo>
                      <a:pt x="134" y="148"/>
                      <a:pt x="138" y="170"/>
                      <a:pt x="138" y="170"/>
                    </a:cubicBezTo>
                    <a:cubicBezTo>
                      <a:pt x="141" y="179"/>
                      <a:pt x="135" y="182"/>
                      <a:pt x="135" y="182"/>
                    </a:cubicBezTo>
                    <a:cubicBezTo>
                      <a:pt x="127" y="186"/>
                      <a:pt x="124" y="179"/>
                      <a:pt x="124" y="179"/>
                    </a:cubicBezTo>
                    <a:cubicBezTo>
                      <a:pt x="120" y="165"/>
                      <a:pt x="111" y="151"/>
                      <a:pt x="111" y="151"/>
                    </a:cubicBezTo>
                    <a:cubicBezTo>
                      <a:pt x="106" y="146"/>
                      <a:pt x="101" y="146"/>
                      <a:pt x="101" y="146"/>
                    </a:cubicBezTo>
                    <a:cubicBezTo>
                      <a:pt x="85" y="146"/>
                      <a:pt x="79" y="177"/>
                      <a:pt x="79" y="177"/>
                    </a:cubicBezTo>
                    <a:cubicBezTo>
                      <a:pt x="74" y="186"/>
                      <a:pt x="69" y="184"/>
                      <a:pt x="69" y="184"/>
                    </a:cubicBezTo>
                    <a:cubicBezTo>
                      <a:pt x="63" y="183"/>
                      <a:pt x="63" y="178"/>
                      <a:pt x="63" y="178"/>
                    </a:cubicBezTo>
                    <a:cubicBezTo>
                      <a:pt x="69" y="141"/>
                      <a:pt x="92" y="131"/>
                      <a:pt x="92" y="131"/>
                    </a:cubicBezTo>
                    <a:cubicBezTo>
                      <a:pt x="92" y="114"/>
                      <a:pt x="92" y="114"/>
                      <a:pt x="92" y="114"/>
                    </a:cubicBezTo>
                    <a:cubicBezTo>
                      <a:pt x="63" y="120"/>
                      <a:pt x="51" y="160"/>
                      <a:pt x="51" y="160"/>
                    </a:cubicBezTo>
                    <a:cubicBezTo>
                      <a:pt x="47" y="169"/>
                      <a:pt x="40" y="167"/>
                      <a:pt x="40" y="167"/>
                    </a:cubicBezTo>
                    <a:cubicBezTo>
                      <a:pt x="33" y="164"/>
                      <a:pt x="35" y="156"/>
                      <a:pt x="35" y="156"/>
                    </a:cubicBezTo>
                    <a:cubicBezTo>
                      <a:pt x="45" y="132"/>
                      <a:pt x="56" y="120"/>
                      <a:pt x="56" y="120"/>
                    </a:cubicBezTo>
                    <a:cubicBezTo>
                      <a:pt x="75" y="99"/>
                      <a:pt x="92" y="99"/>
                      <a:pt x="92" y="99"/>
                    </a:cubicBezTo>
                    <a:cubicBezTo>
                      <a:pt x="92" y="92"/>
                      <a:pt x="92" y="92"/>
                      <a:pt x="92" y="92"/>
                    </a:cubicBezTo>
                    <a:cubicBezTo>
                      <a:pt x="93" y="86"/>
                      <a:pt x="100" y="86"/>
                      <a:pt x="100" y="86"/>
                    </a:cubicBezTo>
                    <a:cubicBezTo>
                      <a:pt x="108" y="86"/>
                      <a:pt x="109" y="94"/>
                      <a:pt x="109" y="94"/>
                    </a:cubicBezTo>
                    <a:cubicBezTo>
                      <a:pt x="109" y="100"/>
                      <a:pt x="109" y="100"/>
                      <a:pt x="109" y="100"/>
                    </a:cubicBezTo>
                    <a:cubicBezTo>
                      <a:pt x="146" y="105"/>
                      <a:pt x="164" y="149"/>
                      <a:pt x="164" y="149"/>
                    </a:cubicBezTo>
                    <a:cubicBezTo>
                      <a:pt x="170" y="160"/>
                      <a:pt x="162" y="163"/>
                      <a:pt x="162" y="163"/>
                    </a:cubicBezTo>
                    <a:close/>
                    <a:moveTo>
                      <a:pt x="171" y="129"/>
                    </a:moveTo>
                    <a:cubicBezTo>
                      <a:pt x="171" y="129"/>
                      <a:pt x="151" y="94"/>
                      <a:pt x="118" y="84"/>
                    </a:cubicBezTo>
                    <a:cubicBezTo>
                      <a:pt x="118" y="84"/>
                      <a:pt x="111" y="82"/>
                      <a:pt x="108" y="78"/>
                    </a:cubicBezTo>
                    <a:cubicBezTo>
                      <a:pt x="108" y="23"/>
                      <a:pt x="108" y="23"/>
                      <a:pt x="108" y="23"/>
                    </a:cubicBezTo>
                    <a:cubicBezTo>
                      <a:pt x="108" y="23"/>
                      <a:pt x="108" y="17"/>
                      <a:pt x="116" y="17"/>
                    </a:cubicBezTo>
                    <a:cubicBezTo>
                      <a:pt x="116" y="17"/>
                      <a:pt x="122" y="16"/>
                      <a:pt x="124" y="23"/>
                    </a:cubicBezTo>
                    <a:cubicBezTo>
                      <a:pt x="124" y="35"/>
                      <a:pt x="124" y="35"/>
                      <a:pt x="124" y="35"/>
                    </a:cubicBezTo>
                    <a:cubicBezTo>
                      <a:pt x="124" y="35"/>
                      <a:pt x="140" y="38"/>
                      <a:pt x="161" y="51"/>
                    </a:cubicBezTo>
                    <a:cubicBezTo>
                      <a:pt x="161" y="51"/>
                      <a:pt x="170" y="56"/>
                      <a:pt x="181" y="66"/>
                    </a:cubicBezTo>
                    <a:cubicBezTo>
                      <a:pt x="181" y="66"/>
                      <a:pt x="183" y="73"/>
                      <a:pt x="179" y="77"/>
                    </a:cubicBezTo>
                    <a:cubicBezTo>
                      <a:pt x="179" y="77"/>
                      <a:pt x="176" y="81"/>
                      <a:pt x="168" y="75"/>
                    </a:cubicBezTo>
                    <a:cubicBezTo>
                      <a:pt x="168" y="75"/>
                      <a:pt x="143" y="54"/>
                      <a:pt x="124" y="51"/>
                    </a:cubicBezTo>
                    <a:cubicBezTo>
                      <a:pt x="124" y="70"/>
                      <a:pt x="124" y="70"/>
                      <a:pt x="124" y="70"/>
                    </a:cubicBezTo>
                    <a:cubicBezTo>
                      <a:pt x="124" y="70"/>
                      <a:pt x="154" y="79"/>
                      <a:pt x="174" y="106"/>
                    </a:cubicBezTo>
                    <a:cubicBezTo>
                      <a:pt x="174" y="106"/>
                      <a:pt x="181" y="116"/>
                      <a:pt x="185" y="123"/>
                    </a:cubicBezTo>
                    <a:cubicBezTo>
                      <a:pt x="185" y="123"/>
                      <a:pt x="188" y="125"/>
                      <a:pt x="182" y="132"/>
                    </a:cubicBezTo>
                    <a:cubicBezTo>
                      <a:pt x="182" y="132"/>
                      <a:pt x="177" y="136"/>
                      <a:pt x="171" y="12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0" name="Freeform 29"/>
              <p:cNvSpPr/>
              <p:nvPr/>
            </p:nvSpPr>
            <p:spPr bwMode="auto">
              <a:xfrm>
                <a:off x="1101725" y="1143000"/>
                <a:ext cx="53975" cy="66675"/>
              </a:xfrm>
              <a:custGeom>
                <a:avLst/>
                <a:gdLst>
                  <a:gd name="T0" fmla="*/ 9 w 16"/>
                  <a:gd name="T1" fmla="*/ 15 h 20"/>
                  <a:gd name="T2" fmla="*/ 10 w 16"/>
                  <a:gd name="T3" fmla="*/ 20 h 20"/>
                  <a:gd name="T4" fmla="*/ 10 w 16"/>
                  <a:gd name="T5" fmla="*/ 20 h 20"/>
                  <a:gd name="T6" fmla="*/ 0 w 16"/>
                  <a:gd name="T7" fmla="*/ 16 h 20"/>
                  <a:gd name="T8" fmla="*/ 0 w 16"/>
                  <a:gd name="T9" fmla="*/ 15 h 20"/>
                  <a:gd name="T10" fmla="*/ 5 w 16"/>
                  <a:gd name="T11" fmla="*/ 13 h 20"/>
                  <a:gd name="T12" fmla="*/ 9 w 16"/>
                  <a:gd name="T13" fmla="*/ 4 h 20"/>
                  <a:gd name="T14" fmla="*/ 9 w 16"/>
                  <a:gd name="T15" fmla="*/ 1 h 20"/>
                  <a:gd name="T16" fmla="*/ 7 w 16"/>
                  <a:gd name="T17" fmla="*/ 0 h 20"/>
                  <a:gd name="T18" fmla="*/ 7 w 16"/>
                  <a:gd name="T19" fmla="*/ 0 h 20"/>
                  <a:gd name="T20" fmla="*/ 15 w 16"/>
                  <a:gd name="T21" fmla="*/ 0 h 20"/>
                  <a:gd name="T22" fmla="*/ 16 w 16"/>
                  <a:gd name="T23" fmla="*/ 0 h 20"/>
                  <a:gd name="T24" fmla="*/ 9 w 16"/>
                  <a:gd name="T25" fmla="*/ 15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" h="20">
                    <a:moveTo>
                      <a:pt x="9" y="15"/>
                    </a:moveTo>
                    <a:cubicBezTo>
                      <a:pt x="8" y="18"/>
                      <a:pt x="7" y="19"/>
                      <a:pt x="10" y="20"/>
                    </a:cubicBezTo>
                    <a:cubicBezTo>
                      <a:pt x="10" y="20"/>
                      <a:pt x="10" y="20"/>
                      <a:pt x="10" y="20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3" y="17"/>
                      <a:pt x="4" y="16"/>
                      <a:pt x="5" y="13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2"/>
                      <a:pt x="10" y="1"/>
                      <a:pt x="9" y="1"/>
                    </a:cubicBezTo>
                    <a:cubicBezTo>
                      <a:pt x="8" y="0"/>
                      <a:pt x="8" y="0"/>
                      <a:pt x="7" y="0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6" y="0"/>
                    </a:cubicBezTo>
                    <a:lnTo>
                      <a:pt x="9" y="1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1" name="Freeform 30"/>
              <p:cNvSpPr>
                <a:spLocks noEditPoints="1"/>
              </p:cNvSpPr>
              <p:nvPr/>
            </p:nvSpPr>
            <p:spPr bwMode="auto">
              <a:xfrm>
                <a:off x="1223963" y="1173163"/>
                <a:ext cx="46037" cy="69850"/>
              </a:xfrm>
              <a:custGeom>
                <a:avLst/>
                <a:gdLst>
                  <a:gd name="T0" fmla="*/ 14 w 14"/>
                  <a:gd name="T1" fmla="*/ 15 h 21"/>
                  <a:gd name="T2" fmla="*/ 7 w 14"/>
                  <a:gd name="T3" fmla="*/ 21 h 21"/>
                  <a:gd name="T4" fmla="*/ 0 w 14"/>
                  <a:gd name="T5" fmla="*/ 16 h 21"/>
                  <a:gd name="T6" fmla="*/ 4 w 14"/>
                  <a:gd name="T7" fmla="*/ 11 h 21"/>
                  <a:gd name="T8" fmla="*/ 0 w 14"/>
                  <a:gd name="T9" fmla="*/ 5 h 21"/>
                  <a:gd name="T10" fmla="*/ 7 w 14"/>
                  <a:gd name="T11" fmla="*/ 0 h 21"/>
                  <a:gd name="T12" fmla="*/ 13 w 14"/>
                  <a:gd name="T13" fmla="*/ 5 h 21"/>
                  <a:gd name="T14" fmla="*/ 10 w 14"/>
                  <a:gd name="T15" fmla="*/ 9 h 21"/>
                  <a:gd name="T16" fmla="*/ 14 w 14"/>
                  <a:gd name="T17" fmla="*/ 15 h 21"/>
                  <a:gd name="T18" fmla="*/ 4 w 14"/>
                  <a:gd name="T19" fmla="*/ 16 h 21"/>
                  <a:gd name="T20" fmla="*/ 7 w 14"/>
                  <a:gd name="T21" fmla="*/ 20 h 21"/>
                  <a:gd name="T22" fmla="*/ 9 w 14"/>
                  <a:gd name="T23" fmla="*/ 17 h 21"/>
                  <a:gd name="T24" fmla="*/ 5 w 14"/>
                  <a:gd name="T25" fmla="*/ 12 h 21"/>
                  <a:gd name="T26" fmla="*/ 4 w 14"/>
                  <a:gd name="T27" fmla="*/ 16 h 21"/>
                  <a:gd name="T28" fmla="*/ 10 w 14"/>
                  <a:gd name="T29" fmla="*/ 5 h 21"/>
                  <a:gd name="T30" fmla="*/ 7 w 14"/>
                  <a:gd name="T31" fmla="*/ 1 h 21"/>
                  <a:gd name="T32" fmla="*/ 5 w 14"/>
                  <a:gd name="T33" fmla="*/ 3 h 21"/>
                  <a:gd name="T34" fmla="*/ 9 w 14"/>
                  <a:gd name="T35" fmla="*/ 9 h 21"/>
                  <a:gd name="T36" fmla="*/ 10 w 14"/>
                  <a:gd name="T37" fmla="*/ 5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" h="21">
                    <a:moveTo>
                      <a:pt x="14" y="15"/>
                    </a:moveTo>
                    <a:cubicBezTo>
                      <a:pt x="14" y="19"/>
                      <a:pt x="10" y="21"/>
                      <a:pt x="7" y="21"/>
                    </a:cubicBezTo>
                    <a:cubicBezTo>
                      <a:pt x="2" y="21"/>
                      <a:pt x="0" y="18"/>
                      <a:pt x="0" y="16"/>
                    </a:cubicBezTo>
                    <a:cubicBezTo>
                      <a:pt x="0" y="13"/>
                      <a:pt x="2" y="12"/>
                      <a:pt x="4" y="11"/>
                    </a:cubicBezTo>
                    <a:cubicBezTo>
                      <a:pt x="2" y="9"/>
                      <a:pt x="0" y="8"/>
                      <a:pt x="0" y="5"/>
                    </a:cubicBezTo>
                    <a:cubicBezTo>
                      <a:pt x="0" y="3"/>
                      <a:pt x="2" y="0"/>
                      <a:pt x="7" y="0"/>
                    </a:cubicBezTo>
                    <a:cubicBezTo>
                      <a:pt x="11" y="0"/>
                      <a:pt x="13" y="2"/>
                      <a:pt x="13" y="5"/>
                    </a:cubicBezTo>
                    <a:cubicBezTo>
                      <a:pt x="13" y="7"/>
                      <a:pt x="12" y="8"/>
                      <a:pt x="10" y="9"/>
                    </a:cubicBezTo>
                    <a:cubicBezTo>
                      <a:pt x="12" y="11"/>
                      <a:pt x="14" y="13"/>
                      <a:pt x="14" y="15"/>
                    </a:cubicBezTo>
                    <a:close/>
                    <a:moveTo>
                      <a:pt x="4" y="16"/>
                    </a:moveTo>
                    <a:cubicBezTo>
                      <a:pt x="4" y="18"/>
                      <a:pt x="4" y="20"/>
                      <a:pt x="7" y="20"/>
                    </a:cubicBezTo>
                    <a:cubicBezTo>
                      <a:pt x="9" y="20"/>
                      <a:pt x="9" y="19"/>
                      <a:pt x="9" y="17"/>
                    </a:cubicBezTo>
                    <a:cubicBezTo>
                      <a:pt x="9" y="15"/>
                      <a:pt x="7" y="13"/>
                      <a:pt x="5" y="12"/>
                    </a:cubicBezTo>
                    <a:cubicBezTo>
                      <a:pt x="4" y="13"/>
                      <a:pt x="4" y="15"/>
                      <a:pt x="4" y="16"/>
                    </a:cubicBezTo>
                    <a:close/>
                    <a:moveTo>
                      <a:pt x="10" y="5"/>
                    </a:moveTo>
                    <a:cubicBezTo>
                      <a:pt x="10" y="3"/>
                      <a:pt x="9" y="1"/>
                      <a:pt x="7" y="1"/>
                    </a:cubicBezTo>
                    <a:cubicBezTo>
                      <a:pt x="6" y="1"/>
                      <a:pt x="5" y="2"/>
                      <a:pt x="5" y="3"/>
                    </a:cubicBezTo>
                    <a:cubicBezTo>
                      <a:pt x="5" y="6"/>
                      <a:pt x="7" y="7"/>
                      <a:pt x="9" y="9"/>
                    </a:cubicBezTo>
                    <a:cubicBezTo>
                      <a:pt x="9" y="7"/>
                      <a:pt x="10" y="6"/>
                      <a:pt x="10" y="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2" name="Freeform 31"/>
              <p:cNvSpPr>
                <a:spLocks noEditPoints="1"/>
              </p:cNvSpPr>
              <p:nvPr/>
            </p:nvSpPr>
            <p:spPr bwMode="auto">
              <a:xfrm>
                <a:off x="1333500" y="1173163"/>
                <a:ext cx="46037" cy="69850"/>
              </a:xfrm>
              <a:custGeom>
                <a:avLst/>
                <a:gdLst>
                  <a:gd name="T0" fmla="*/ 0 w 14"/>
                  <a:gd name="T1" fmla="*/ 21 h 21"/>
                  <a:gd name="T2" fmla="*/ 9 w 14"/>
                  <a:gd name="T3" fmla="*/ 13 h 21"/>
                  <a:gd name="T4" fmla="*/ 6 w 14"/>
                  <a:gd name="T5" fmla="*/ 14 h 21"/>
                  <a:gd name="T6" fmla="*/ 0 w 14"/>
                  <a:gd name="T7" fmla="*/ 7 h 21"/>
                  <a:gd name="T8" fmla="*/ 7 w 14"/>
                  <a:gd name="T9" fmla="*/ 0 h 21"/>
                  <a:gd name="T10" fmla="*/ 14 w 14"/>
                  <a:gd name="T11" fmla="*/ 8 h 21"/>
                  <a:gd name="T12" fmla="*/ 0 w 14"/>
                  <a:gd name="T13" fmla="*/ 21 h 21"/>
                  <a:gd name="T14" fmla="*/ 9 w 14"/>
                  <a:gd name="T15" fmla="*/ 8 h 21"/>
                  <a:gd name="T16" fmla="*/ 6 w 14"/>
                  <a:gd name="T17" fmla="*/ 1 h 21"/>
                  <a:gd name="T18" fmla="*/ 5 w 14"/>
                  <a:gd name="T19" fmla="*/ 5 h 21"/>
                  <a:gd name="T20" fmla="*/ 8 w 14"/>
                  <a:gd name="T21" fmla="*/ 12 h 21"/>
                  <a:gd name="T22" fmla="*/ 9 w 14"/>
                  <a:gd name="T23" fmla="*/ 11 h 21"/>
                  <a:gd name="T24" fmla="*/ 9 w 14"/>
                  <a:gd name="T25" fmla="*/ 8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" h="21">
                    <a:moveTo>
                      <a:pt x="0" y="21"/>
                    </a:moveTo>
                    <a:cubicBezTo>
                      <a:pt x="5" y="20"/>
                      <a:pt x="8" y="17"/>
                      <a:pt x="9" y="13"/>
                    </a:cubicBezTo>
                    <a:cubicBezTo>
                      <a:pt x="8" y="13"/>
                      <a:pt x="7" y="14"/>
                      <a:pt x="6" y="14"/>
                    </a:cubicBezTo>
                    <a:cubicBezTo>
                      <a:pt x="2" y="14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" y="0"/>
                      <a:pt x="14" y="4"/>
                      <a:pt x="14" y="8"/>
                    </a:cubicBezTo>
                    <a:cubicBezTo>
                      <a:pt x="14" y="16"/>
                      <a:pt x="8" y="21"/>
                      <a:pt x="0" y="21"/>
                    </a:cubicBezTo>
                    <a:close/>
                    <a:moveTo>
                      <a:pt x="9" y="8"/>
                    </a:moveTo>
                    <a:cubicBezTo>
                      <a:pt x="9" y="7"/>
                      <a:pt x="9" y="1"/>
                      <a:pt x="6" y="1"/>
                    </a:cubicBezTo>
                    <a:cubicBezTo>
                      <a:pt x="5" y="1"/>
                      <a:pt x="5" y="4"/>
                      <a:pt x="5" y="5"/>
                    </a:cubicBezTo>
                    <a:cubicBezTo>
                      <a:pt x="5" y="10"/>
                      <a:pt x="6" y="12"/>
                      <a:pt x="8" y="12"/>
                    </a:cubicBezTo>
                    <a:cubicBezTo>
                      <a:pt x="8" y="12"/>
                      <a:pt x="9" y="12"/>
                      <a:pt x="9" y="11"/>
                    </a:cubicBezTo>
                    <a:cubicBezTo>
                      <a:pt x="9" y="10"/>
                      <a:pt x="9" y="10"/>
                      <a:pt x="9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3" name="Freeform 32"/>
              <p:cNvSpPr>
                <a:spLocks noEditPoints="1"/>
              </p:cNvSpPr>
              <p:nvPr/>
            </p:nvSpPr>
            <p:spPr bwMode="auto">
              <a:xfrm>
                <a:off x="1439863" y="1139825"/>
                <a:ext cx="61912" cy="76200"/>
              </a:xfrm>
              <a:custGeom>
                <a:avLst/>
                <a:gdLst>
                  <a:gd name="T0" fmla="*/ 17 w 19"/>
                  <a:gd name="T1" fmla="*/ 12 h 23"/>
                  <a:gd name="T2" fmla="*/ 13 w 19"/>
                  <a:gd name="T3" fmla="*/ 21 h 23"/>
                  <a:gd name="T4" fmla="*/ 5 w 19"/>
                  <a:gd name="T5" fmla="*/ 19 h 23"/>
                  <a:gd name="T6" fmla="*/ 7 w 19"/>
                  <a:gd name="T7" fmla="*/ 12 h 23"/>
                  <a:gd name="T8" fmla="*/ 1 w 19"/>
                  <a:gd name="T9" fmla="*/ 9 h 23"/>
                  <a:gd name="T10" fmla="*/ 5 w 19"/>
                  <a:gd name="T11" fmla="*/ 1 h 23"/>
                  <a:gd name="T12" fmla="*/ 12 w 19"/>
                  <a:gd name="T13" fmla="*/ 3 h 23"/>
                  <a:gd name="T14" fmla="*/ 11 w 19"/>
                  <a:gd name="T15" fmla="*/ 8 h 23"/>
                  <a:gd name="T16" fmla="*/ 17 w 19"/>
                  <a:gd name="T17" fmla="*/ 12 h 23"/>
                  <a:gd name="T18" fmla="*/ 9 w 19"/>
                  <a:gd name="T19" fmla="*/ 17 h 23"/>
                  <a:gd name="T20" fmla="*/ 13 w 19"/>
                  <a:gd name="T21" fmla="*/ 20 h 23"/>
                  <a:gd name="T22" fmla="*/ 14 w 19"/>
                  <a:gd name="T23" fmla="*/ 16 h 23"/>
                  <a:gd name="T24" fmla="*/ 8 w 19"/>
                  <a:gd name="T25" fmla="*/ 12 h 23"/>
                  <a:gd name="T26" fmla="*/ 9 w 19"/>
                  <a:gd name="T27" fmla="*/ 17 h 23"/>
                  <a:gd name="T28" fmla="*/ 9 w 19"/>
                  <a:gd name="T29" fmla="*/ 4 h 23"/>
                  <a:gd name="T30" fmla="*/ 5 w 19"/>
                  <a:gd name="T31" fmla="*/ 2 h 23"/>
                  <a:gd name="T32" fmla="*/ 4 w 19"/>
                  <a:gd name="T33" fmla="*/ 5 h 23"/>
                  <a:gd name="T34" fmla="*/ 10 w 19"/>
                  <a:gd name="T35" fmla="*/ 8 h 23"/>
                  <a:gd name="T36" fmla="*/ 9 w 19"/>
                  <a:gd name="T37" fmla="*/ 4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9" h="23">
                    <a:moveTo>
                      <a:pt x="17" y="12"/>
                    </a:moveTo>
                    <a:cubicBezTo>
                      <a:pt x="19" y="16"/>
                      <a:pt x="16" y="19"/>
                      <a:pt x="13" y="21"/>
                    </a:cubicBezTo>
                    <a:cubicBezTo>
                      <a:pt x="9" y="23"/>
                      <a:pt x="6" y="21"/>
                      <a:pt x="5" y="19"/>
                    </a:cubicBezTo>
                    <a:cubicBezTo>
                      <a:pt x="4" y="16"/>
                      <a:pt x="5" y="14"/>
                      <a:pt x="7" y="12"/>
                    </a:cubicBezTo>
                    <a:cubicBezTo>
                      <a:pt x="4" y="12"/>
                      <a:pt x="2" y="11"/>
                      <a:pt x="1" y="9"/>
                    </a:cubicBezTo>
                    <a:cubicBezTo>
                      <a:pt x="0" y="7"/>
                      <a:pt x="0" y="3"/>
                      <a:pt x="5" y="1"/>
                    </a:cubicBezTo>
                    <a:cubicBezTo>
                      <a:pt x="8" y="0"/>
                      <a:pt x="11" y="0"/>
                      <a:pt x="12" y="3"/>
                    </a:cubicBezTo>
                    <a:cubicBezTo>
                      <a:pt x="13" y="5"/>
                      <a:pt x="12" y="7"/>
                      <a:pt x="11" y="8"/>
                    </a:cubicBezTo>
                    <a:cubicBezTo>
                      <a:pt x="13" y="9"/>
                      <a:pt x="16" y="10"/>
                      <a:pt x="17" y="12"/>
                    </a:cubicBezTo>
                    <a:close/>
                    <a:moveTo>
                      <a:pt x="9" y="17"/>
                    </a:moveTo>
                    <a:cubicBezTo>
                      <a:pt x="9" y="19"/>
                      <a:pt x="11" y="21"/>
                      <a:pt x="13" y="20"/>
                    </a:cubicBezTo>
                    <a:cubicBezTo>
                      <a:pt x="15" y="19"/>
                      <a:pt x="15" y="17"/>
                      <a:pt x="14" y="16"/>
                    </a:cubicBezTo>
                    <a:cubicBezTo>
                      <a:pt x="13" y="14"/>
                      <a:pt x="10" y="13"/>
                      <a:pt x="8" y="12"/>
                    </a:cubicBezTo>
                    <a:cubicBezTo>
                      <a:pt x="7" y="14"/>
                      <a:pt x="8" y="16"/>
                      <a:pt x="9" y="17"/>
                    </a:cubicBezTo>
                    <a:close/>
                    <a:moveTo>
                      <a:pt x="9" y="4"/>
                    </a:moveTo>
                    <a:cubicBezTo>
                      <a:pt x="8" y="3"/>
                      <a:pt x="7" y="1"/>
                      <a:pt x="5" y="2"/>
                    </a:cubicBezTo>
                    <a:cubicBezTo>
                      <a:pt x="4" y="3"/>
                      <a:pt x="3" y="4"/>
                      <a:pt x="4" y="5"/>
                    </a:cubicBezTo>
                    <a:cubicBezTo>
                      <a:pt x="5" y="7"/>
                      <a:pt x="7" y="8"/>
                      <a:pt x="10" y="8"/>
                    </a:cubicBezTo>
                    <a:cubicBezTo>
                      <a:pt x="10" y="7"/>
                      <a:pt x="9" y="6"/>
                      <a:pt x="9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4" name="Freeform 33"/>
              <p:cNvSpPr>
                <a:spLocks noEditPoints="1"/>
              </p:cNvSpPr>
              <p:nvPr/>
            </p:nvSpPr>
            <p:spPr bwMode="auto">
              <a:xfrm>
                <a:off x="939800" y="428625"/>
                <a:ext cx="720725" cy="725487"/>
              </a:xfrm>
              <a:custGeom>
                <a:avLst/>
                <a:gdLst>
                  <a:gd name="T0" fmla="*/ 109 w 218"/>
                  <a:gd name="T1" fmla="*/ 0 h 218"/>
                  <a:gd name="T2" fmla="*/ 0 w 218"/>
                  <a:gd name="T3" fmla="*/ 109 h 218"/>
                  <a:gd name="T4" fmla="*/ 109 w 218"/>
                  <a:gd name="T5" fmla="*/ 218 h 218"/>
                  <a:gd name="T6" fmla="*/ 218 w 218"/>
                  <a:gd name="T7" fmla="*/ 109 h 218"/>
                  <a:gd name="T8" fmla="*/ 109 w 218"/>
                  <a:gd name="T9" fmla="*/ 0 h 218"/>
                  <a:gd name="T10" fmla="*/ 109 w 218"/>
                  <a:gd name="T11" fmla="*/ 214 h 218"/>
                  <a:gd name="T12" fmla="*/ 4 w 218"/>
                  <a:gd name="T13" fmla="*/ 109 h 218"/>
                  <a:gd name="T14" fmla="*/ 109 w 218"/>
                  <a:gd name="T15" fmla="*/ 4 h 218"/>
                  <a:gd name="T16" fmla="*/ 214 w 218"/>
                  <a:gd name="T17" fmla="*/ 109 h 218"/>
                  <a:gd name="T18" fmla="*/ 109 w 218"/>
                  <a:gd name="T19" fmla="*/ 214 h 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18" h="218">
                    <a:moveTo>
                      <a:pt x="109" y="0"/>
                    </a:moveTo>
                    <a:cubicBezTo>
                      <a:pt x="49" y="0"/>
                      <a:pt x="0" y="49"/>
                      <a:pt x="0" y="109"/>
                    </a:cubicBezTo>
                    <a:cubicBezTo>
                      <a:pt x="0" y="170"/>
                      <a:pt x="49" y="218"/>
                      <a:pt x="109" y="218"/>
                    </a:cubicBezTo>
                    <a:cubicBezTo>
                      <a:pt x="169" y="218"/>
                      <a:pt x="218" y="170"/>
                      <a:pt x="218" y="109"/>
                    </a:cubicBezTo>
                    <a:cubicBezTo>
                      <a:pt x="218" y="49"/>
                      <a:pt x="169" y="0"/>
                      <a:pt x="109" y="0"/>
                    </a:cubicBezTo>
                    <a:close/>
                    <a:moveTo>
                      <a:pt x="109" y="214"/>
                    </a:moveTo>
                    <a:cubicBezTo>
                      <a:pt x="51" y="214"/>
                      <a:pt x="4" y="167"/>
                      <a:pt x="4" y="109"/>
                    </a:cubicBezTo>
                    <a:cubicBezTo>
                      <a:pt x="4" y="51"/>
                      <a:pt x="51" y="4"/>
                      <a:pt x="109" y="4"/>
                    </a:cubicBezTo>
                    <a:cubicBezTo>
                      <a:pt x="167" y="4"/>
                      <a:pt x="214" y="51"/>
                      <a:pt x="214" y="109"/>
                    </a:cubicBezTo>
                    <a:cubicBezTo>
                      <a:pt x="214" y="167"/>
                      <a:pt x="167" y="214"/>
                      <a:pt x="109" y="21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5" name="Freeform 34"/>
              <p:cNvSpPr>
                <a:spLocks noEditPoints="1"/>
              </p:cNvSpPr>
              <p:nvPr/>
            </p:nvSpPr>
            <p:spPr bwMode="auto">
              <a:xfrm>
                <a:off x="814388" y="303213"/>
                <a:ext cx="971550" cy="979487"/>
              </a:xfrm>
              <a:custGeom>
                <a:avLst/>
                <a:gdLst>
                  <a:gd name="T0" fmla="*/ 147 w 294"/>
                  <a:gd name="T1" fmla="*/ 0 h 295"/>
                  <a:gd name="T2" fmla="*/ 0 w 294"/>
                  <a:gd name="T3" fmla="*/ 147 h 295"/>
                  <a:gd name="T4" fmla="*/ 147 w 294"/>
                  <a:gd name="T5" fmla="*/ 295 h 295"/>
                  <a:gd name="T6" fmla="*/ 294 w 294"/>
                  <a:gd name="T7" fmla="*/ 147 h 295"/>
                  <a:gd name="T8" fmla="*/ 147 w 294"/>
                  <a:gd name="T9" fmla="*/ 0 h 295"/>
                  <a:gd name="T10" fmla="*/ 147 w 294"/>
                  <a:gd name="T11" fmla="*/ 289 h 295"/>
                  <a:gd name="T12" fmla="*/ 5 w 294"/>
                  <a:gd name="T13" fmla="*/ 147 h 295"/>
                  <a:gd name="T14" fmla="*/ 147 w 294"/>
                  <a:gd name="T15" fmla="*/ 5 h 295"/>
                  <a:gd name="T16" fmla="*/ 289 w 294"/>
                  <a:gd name="T17" fmla="*/ 147 h 295"/>
                  <a:gd name="T18" fmla="*/ 147 w 294"/>
                  <a:gd name="T19" fmla="*/ 289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4" h="295">
                    <a:moveTo>
                      <a:pt x="147" y="0"/>
                    </a:moveTo>
                    <a:cubicBezTo>
                      <a:pt x="66" y="0"/>
                      <a:pt x="0" y="66"/>
                      <a:pt x="0" y="147"/>
                    </a:cubicBezTo>
                    <a:cubicBezTo>
                      <a:pt x="0" y="229"/>
                      <a:pt x="66" y="295"/>
                      <a:pt x="147" y="295"/>
                    </a:cubicBezTo>
                    <a:cubicBezTo>
                      <a:pt x="229" y="295"/>
                      <a:pt x="294" y="229"/>
                      <a:pt x="294" y="147"/>
                    </a:cubicBezTo>
                    <a:cubicBezTo>
                      <a:pt x="294" y="66"/>
                      <a:pt x="229" y="0"/>
                      <a:pt x="147" y="0"/>
                    </a:cubicBezTo>
                    <a:close/>
                    <a:moveTo>
                      <a:pt x="147" y="289"/>
                    </a:moveTo>
                    <a:cubicBezTo>
                      <a:pt x="69" y="289"/>
                      <a:pt x="5" y="226"/>
                      <a:pt x="5" y="147"/>
                    </a:cubicBezTo>
                    <a:cubicBezTo>
                      <a:pt x="5" y="69"/>
                      <a:pt x="69" y="5"/>
                      <a:pt x="147" y="5"/>
                    </a:cubicBezTo>
                    <a:cubicBezTo>
                      <a:pt x="226" y="5"/>
                      <a:pt x="289" y="69"/>
                      <a:pt x="289" y="147"/>
                    </a:cubicBezTo>
                    <a:cubicBezTo>
                      <a:pt x="289" y="226"/>
                      <a:pt x="226" y="289"/>
                      <a:pt x="147" y="28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grpSp>
          <p:nvGrpSpPr>
            <p:cNvPr id="174" name="组合 173"/>
            <p:cNvGrpSpPr/>
            <p:nvPr/>
          </p:nvGrpSpPr>
          <p:grpSpPr>
            <a:xfrm>
              <a:off x="1939909" y="401406"/>
              <a:ext cx="1993868" cy="790575"/>
              <a:chOff x="2079625" y="242888"/>
              <a:chExt cx="2270125" cy="900112"/>
            </a:xfrm>
            <a:solidFill>
              <a:schemeClr val="bg2">
                <a:lumMod val="50000"/>
              </a:schemeClr>
            </a:solidFill>
          </p:grpSpPr>
          <p:sp>
            <p:nvSpPr>
              <p:cNvPr id="175" name="Freeform 35"/>
              <p:cNvSpPr>
                <a:spLocks noEditPoints="1"/>
              </p:cNvSpPr>
              <p:nvPr/>
            </p:nvSpPr>
            <p:spPr bwMode="auto">
              <a:xfrm>
                <a:off x="2079625" y="333375"/>
                <a:ext cx="244475" cy="530225"/>
              </a:xfrm>
              <a:custGeom>
                <a:avLst/>
                <a:gdLst>
                  <a:gd name="T0" fmla="*/ 68 w 74"/>
                  <a:gd name="T1" fmla="*/ 34 h 160"/>
                  <a:gd name="T2" fmla="*/ 57 w 74"/>
                  <a:gd name="T3" fmla="*/ 17 h 160"/>
                  <a:gd name="T4" fmla="*/ 39 w 74"/>
                  <a:gd name="T5" fmla="*/ 7 h 160"/>
                  <a:gd name="T6" fmla="*/ 34 w 74"/>
                  <a:gd name="T7" fmla="*/ 2 h 160"/>
                  <a:gd name="T8" fmla="*/ 30 w 74"/>
                  <a:gd name="T9" fmla="*/ 1 h 160"/>
                  <a:gd name="T10" fmla="*/ 30 w 74"/>
                  <a:gd name="T11" fmla="*/ 9 h 160"/>
                  <a:gd name="T12" fmla="*/ 43 w 74"/>
                  <a:gd name="T13" fmla="*/ 25 h 160"/>
                  <a:gd name="T14" fmla="*/ 49 w 74"/>
                  <a:gd name="T15" fmla="*/ 41 h 160"/>
                  <a:gd name="T16" fmla="*/ 48 w 74"/>
                  <a:gd name="T17" fmla="*/ 81 h 160"/>
                  <a:gd name="T18" fmla="*/ 42 w 74"/>
                  <a:gd name="T19" fmla="*/ 79 h 160"/>
                  <a:gd name="T20" fmla="*/ 36 w 74"/>
                  <a:gd name="T21" fmla="*/ 77 h 160"/>
                  <a:gd name="T22" fmla="*/ 21 w 74"/>
                  <a:gd name="T23" fmla="*/ 70 h 160"/>
                  <a:gd name="T24" fmla="*/ 14 w 74"/>
                  <a:gd name="T25" fmla="*/ 73 h 160"/>
                  <a:gd name="T26" fmla="*/ 19 w 74"/>
                  <a:gd name="T27" fmla="*/ 81 h 160"/>
                  <a:gd name="T28" fmla="*/ 19 w 74"/>
                  <a:gd name="T29" fmla="*/ 89 h 160"/>
                  <a:gd name="T30" fmla="*/ 20 w 74"/>
                  <a:gd name="T31" fmla="*/ 97 h 160"/>
                  <a:gd name="T32" fmla="*/ 12 w 74"/>
                  <a:gd name="T33" fmla="*/ 117 h 160"/>
                  <a:gd name="T34" fmla="*/ 6 w 74"/>
                  <a:gd name="T35" fmla="*/ 127 h 160"/>
                  <a:gd name="T36" fmla="*/ 2 w 74"/>
                  <a:gd name="T37" fmla="*/ 140 h 160"/>
                  <a:gd name="T38" fmla="*/ 7 w 74"/>
                  <a:gd name="T39" fmla="*/ 152 h 160"/>
                  <a:gd name="T40" fmla="*/ 23 w 74"/>
                  <a:gd name="T41" fmla="*/ 143 h 160"/>
                  <a:gd name="T42" fmla="*/ 36 w 74"/>
                  <a:gd name="T43" fmla="*/ 136 h 160"/>
                  <a:gd name="T44" fmla="*/ 48 w 74"/>
                  <a:gd name="T45" fmla="*/ 127 h 160"/>
                  <a:gd name="T46" fmla="*/ 48 w 74"/>
                  <a:gd name="T47" fmla="*/ 141 h 160"/>
                  <a:gd name="T48" fmla="*/ 51 w 74"/>
                  <a:gd name="T49" fmla="*/ 149 h 160"/>
                  <a:gd name="T50" fmla="*/ 59 w 74"/>
                  <a:gd name="T51" fmla="*/ 143 h 160"/>
                  <a:gd name="T52" fmla="*/ 68 w 74"/>
                  <a:gd name="T53" fmla="*/ 34 h 160"/>
                  <a:gd name="T54" fmla="*/ 48 w 74"/>
                  <a:gd name="T55" fmla="*/ 116 h 160"/>
                  <a:gd name="T56" fmla="*/ 19 w 74"/>
                  <a:gd name="T57" fmla="*/ 132 h 160"/>
                  <a:gd name="T58" fmla="*/ 13 w 74"/>
                  <a:gd name="T59" fmla="*/ 130 h 160"/>
                  <a:gd name="T60" fmla="*/ 15 w 74"/>
                  <a:gd name="T61" fmla="*/ 124 h 160"/>
                  <a:gd name="T62" fmla="*/ 30 w 74"/>
                  <a:gd name="T63" fmla="*/ 103 h 160"/>
                  <a:gd name="T64" fmla="*/ 37 w 74"/>
                  <a:gd name="T65" fmla="*/ 97 h 160"/>
                  <a:gd name="T66" fmla="*/ 48 w 74"/>
                  <a:gd name="T67" fmla="*/ 88 h 160"/>
                  <a:gd name="T68" fmla="*/ 48 w 74"/>
                  <a:gd name="T69" fmla="*/ 116 h 1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74" h="160">
                    <a:moveTo>
                      <a:pt x="68" y="34"/>
                    </a:moveTo>
                    <a:cubicBezTo>
                      <a:pt x="68" y="24"/>
                      <a:pt x="57" y="17"/>
                      <a:pt x="57" y="17"/>
                    </a:cubicBezTo>
                    <a:cubicBezTo>
                      <a:pt x="53" y="15"/>
                      <a:pt x="39" y="7"/>
                      <a:pt x="39" y="7"/>
                    </a:cubicBezTo>
                    <a:cubicBezTo>
                      <a:pt x="37" y="5"/>
                      <a:pt x="34" y="2"/>
                      <a:pt x="34" y="2"/>
                    </a:cubicBezTo>
                    <a:cubicBezTo>
                      <a:pt x="33" y="0"/>
                      <a:pt x="30" y="1"/>
                      <a:pt x="30" y="1"/>
                    </a:cubicBezTo>
                    <a:cubicBezTo>
                      <a:pt x="27" y="6"/>
                      <a:pt x="30" y="9"/>
                      <a:pt x="30" y="9"/>
                    </a:cubicBezTo>
                    <a:cubicBezTo>
                      <a:pt x="43" y="25"/>
                      <a:pt x="43" y="25"/>
                      <a:pt x="43" y="25"/>
                    </a:cubicBezTo>
                    <a:cubicBezTo>
                      <a:pt x="50" y="32"/>
                      <a:pt x="49" y="41"/>
                      <a:pt x="49" y="41"/>
                    </a:cubicBezTo>
                    <a:cubicBezTo>
                      <a:pt x="48" y="81"/>
                      <a:pt x="48" y="81"/>
                      <a:pt x="48" y="81"/>
                    </a:cubicBezTo>
                    <a:cubicBezTo>
                      <a:pt x="46" y="77"/>
                      <a:pt x="42" y="79"/>
                      <a:pt x="42" y="79"/>
                    </a:cubicBezTo>
                    <a:cubicBezTo>
                      <a:pt x="40" y="79"/>
                      <a:pt x="36" y="77"/>
                      <a:pt x="36" y="77"/>
                    </a:cubicBezTo>
                    <a:cubicBezTo>
                      <a:pt x="21" y="70"/>
                      <a:pt x="21" y="70"/>
                      <a:pt x="21" y="70"/>
                    </a:cubicBezTo>
                    <a:cubicBezTo>
                      <a:pt x="14" y="68"/>
                      <a:pt x="14" y="73"/>
                      <a:pt x="14" y="73"/>
                    </a:cubicBezTo>
                    <a:cubicBezTo>
                      <a:pt x="16" y="74"/>
                      <a:pt x="19" y="81"/>
                      <a:pt x="19" y="81"/>
                    </a:cubicBezTo>
                    <a:cubicBezTo>
                      <a:pt x="17" y="85"/>
                      <a:pt x="19" y="89"/>
                      <a:pt x="19" y="89"/>
                    </a:cubicBezTo>
                    <a:cubicBezTo>
                      <a:pt x="22" y="91"/>
                      <a:pt x="20" y="97"/>
                      <a:pt x="20" y="97"/>
                    </a:cubicBezTo>
                    <a:cubicBezTo>
                      <a:pt x="16" y="101"/>
                      <a:pt x="12" y="117"/>
                      <a:pt x="12" y="117"/>
                    </a:cubicBezTo>
                    <a:cubicBezTo>
                      <a:pt x="9" y="123"/>
                      <a:pt x="6" y="127"/>
                      <a:pt x="6" y="127"/>
                    </a:cubicBezTo>
                    <a:cubicBezTo>
                      <a:pt x="0" y="133"/>
                      <a:pt x="2" y="140"/>
                      <a:pt x="2" y="140"/>
                    </a:cubicBezTo>
                    <a:cubicBezTo>
                      <a:pt x="3" y="152"/>
                      <a:pt x="7" y="152"/>
                      <a:pt x="7" y="152"/>
                    </a:cubicBezTo>
                    <a:cubicBezTo>
                      <a:pt x="14" y="160"/>
                      <a:pt x="23" y="143"/>
                      <a:pt x="23" y="143"/>
                    </a:cubicBezTo>
                    <a:cubicBezTo>
                      <a:pt x="32" y="143"/>
                      <a:pt x="36" y="136"/>
                      <a:pt x="36" y="136"/>
                    </a:cubicBezTo>
                    <a:cubicBezTo>
                      <a:pt x="48" y="127"/>
                      <a:pt x="48" y="127"/>
                      <a:pt x="48" y="127"/>
                    </a:cubicBezTo>
                    <a:cubicBezTo>
                      <a:pt x="48" y="141"/>
                      <a:pt x="48" y="141"/>
                      <a:pt x="48" y="141"/>
                    </a:cubicBezTo>
                    <a:cubicBezTo>
                      <a:pt x="47" y="150"/>
                      <a:pt x="51" y="149"/>
                      <a:pt x="51" y="149"/>
                    </a:cubicBezTo>
                    <a:cubicBezTo>
                      <a:pt x="57" y="150"/>
                      <a:pt x="59" y="143"/>
                      <a:pt x="59" y="143"/>
                    </a:cubicBezTo>
                    <a:cubicBezTo>
                      <a:pt x="74" y="106"/>
                      <a:pt x="68" y="34"/>
                      <a:pt x="68" y="34"/>
                    </a:cubicBezTo>
                    <a:close/>
                    <a:moveTo>
                      <a:pt x="48" y="116"/>
                    </a:moveTo>
                    <a:cubicBezTo>
                      <a:pt x="48" y="116"/>
                      <a:pt x="26" y="130"/>
                      <a:pt x="19" y="132"/>
                    </a:cubicBezTo>
                    <a:cubicBezTo>
                      <a:pt x="19" y="132"/>
                      <a:pt x="14" y="135"/>
                      <a:pt x="13" y="130"/>
                    </a:cubicBezTo>
                    <a:cubicBezTo>
                      <a:pt x="13" y="130"/>
                      <a:pt x="12" y="128"/>
                      <a:pt x="15" y="124"/>
                    </a:cubicBezTo>
                    <a:cubicBezTo>
                      <a:pt x="30" y="103"/>
                      <a:pt x="30" y="103"/>
                      <a:pt x="30" y="103"/>
                    </a:cubicBezTo>
                    <a:cubicBezTo>
                      <a:pt x="30" y="103"/>
                      <a:pt x="33" y="97"/>
                      <a:pt x="37" y="97"/>
                    </a:cubicBezTo>
                    <a:cubicBezTo>
                      <a:pt x="37" y="97"/>
                      <a:pt x="44" y="94"/>
                      <a:pt x="48" y="88"/>
                    </a:cubicBezTo>
                    <a:lnTo>
                      <a:pt x="48" y="11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6" name="Freeform 36"/>
              <p:cNvSpPr/>
              <p:nvPr/>
            </p:nvSpPr>
            <p:spPr bwMode="auto">
              <a:xfrm>
                <a:off x="2387600" y="406400"/>
                <a:ext cx="271462" cy="381000"/>
              </a:xfrm>
              <a:custGeom>
                <a:avLst/>
                <a:gdLst>
                  <a:gd name="T0" fmla="*/ 54 w 82"/>
                  <a:gd name="T1" fmla="*/ 30 h 115"/>
                  <a:gd name="T2" fmla="*/ 56 w 82"/>
                  <a:gd name="T3" fmla="*/ 24 h 115"/>
                  <a:gd name="T4" fmla="*/ 60 w 82"/>
                  <a:gd name="T5" fmla="*/ 29 h 115"/>
                  <a:gd name="T6" fmla="*/ 70 w 82"/>
                  <a:gd name="T7" fmla="*/ 35 h 115"/>
                  <a:gd name="T8" fmla="*/ 75 w 82"/>
                  <a:gd name="T9" fmla="*/ 40 h 115"/>
                  <a:gd name="T10" fmla="*/ 44 w 82"/>
                  <a:gd name="T11" fmla="*/ 60 h 115"/>
                  <a:gd name="T12" fmla="*/ 42 w 82"/>
                  <a:gd name="T13" fmla="*/ 68 h 115"/>
                  <a:gd name="T14" fmla="*/ 42 w 82"/>
                  <a:gd name="T15" fmla="*/ 74 h 115"/>
                  <a:gd name="T16" fmla="*/ 39 w 82"/>
                  <a:gd name="T17" fmla="*/ 78 h 115"/>
                  <a:gd name="T18" fmla="*/ 32 w 82"/>
                  <a:gd name="T19" fmla="*/ 88 h 115"/>
                  <a:gd name="T20" fmla="*/ 38 w 82"/>
                  <a:gd name="T21" fmla="*/ 91 h 115"/>
                  <a:gd name="T22" fmla="*/ 57 w 82"/>
                  <a:gd name="T23" fmla="*/ 85 h 115"/>
                  <a:gd name="T24" fmla="*/ 67 w 82"/>
                  <a:gd name="T25" fmla="*/ 82 h 115"/>
                  <a:gd name="T26" fmla="*/ 74 w 82"/>
                  <a:gd name="T27" fmla="*/ 79 h 115"/>
                  <a:gd name="T28" fmla="*/ 81 w 82"/>
                  <a:gd name="T29" fmla="*/ 82 h 115"/>
                  <a:gd name="T30" fmla="*/ 79 w 82"/>
                  <a:gd name="T31" fmla="*/ 87 h 115"/>
                  <a:gd name="T32" fmla="*/ 66 w 82"/>
                  <a:gd name="T33" fmla="*/ 99 h 115"/>
                  <a:gd name="T34" fmla="*/ 44 w 82"/>
                  <a:gd name="T35" fmla="*/ 102 h 115"/>
                  <a:gd name="T36" fmla="*/ 20 w 82"/>
                  <a:gd name="T37" fmla="*/ 104 h 115"/>
                  <a:gd name="T38" fmla="*/ 10 w 82"/>
                  <a:gd name="T39" fmla="*/ 78 h 115"/>
                  <a:gd name="T40" fmla="*/ 3 w 82"/>
                  <a:gd name="T41" fmla="*/ 50 h 115"/>
                  <a:gd name="T42" fmla="*/ 4 w 82"/>
                  <a:gd name="T43" fmla="*/ 38 h 115"/>
                  <a:gd name="T44" fmla="*/ 14 w 82"/>
                  <a:gd name="T45" fmla="*/ 0 h 115"/>
                  <a:gd name="T46" fmla="*/ 17 w 82"/>
                  <a:gd name="T47" fmla="*/ 3 h 115"/>
                  <a:gd name="T48" fmla="*/ 32 w 82"/>
                  <a:gd name="T49" fmla="*/ 22 h 115"/>
                  <a:gd name="T50" fmla="*/ 37 w 82"/>
                  <a:gd name="T51" fmla="*/ 40 h 115"/>
                  <a:gd name="T52" fmla="*/ 42 w 82"/>
                  <a:gd name="T53" fmla="*/ 47 h 115"/>
                  <a:gd name="T54" fmla="*/ 53 w 82"/>
                  <a:gd name="T55" fmla="*/ 38 h 115"/>
                  <a:gd name="T56" fmla="*/ 54 w 82"/>
                  <a:gd name="T57" fmla="*/ 30 h 1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82" h="115">
                    <a:moveTo>
                      <a:pt x="54" y="30"/>
                    </a:moveTo>
                    <a:cubicBezTo>
                      <a:pt x="54" y="30"/>
                      <a:pt x="52" y="25"/>
                      <a:pt x="56" y="24"/>
                    </a:cubicBezTo>
                    <a:cubicBezTo>
                      <a:pt x="56" y="24"/>
                      <a:pt x="61" y="22"/>
                      <a:pt x="60" y="29"/>
                    </a:cubicBezTo>
                    <a:cubicBezTo>
                      <a:pt x="60" y="29"/>
                      <a:pt x="65" y="34"/>
                      <a:pt x="70" y="35"/>
                    </a:cubicBezTo>
                    <a:cubicBezTo>
                      <a:pt x="70" y="35"/>
                      <a:pt x="76" y="33"/>
                      <a:pt x="75" y="40"/>
                    </a:cubicBezTo>
                    <a:cubicBezTo>
                      <a:pt x="75" y="40"/>
                      <a:pt x="75" y="63"/>
                      <a:pt x="44" y="60"/>
                    </a:cubicBezTo>
                    <a:cubicBezTo>
                      <a:pt x="44" y="60"/>
                      <a:pt x="41" y="61"/>
                      <a:pt x="42" y="68"/>
                    </a:cubicBezTo>
                    <a:cubicBezTo>
                      <a:pt x="42" y="74"/>
                      <a:pt x="42" y="74"/>
                      <a:pt x="42" y="74"/>
                    </a:cubicBezTo>
                    <a:cubicBezTo>
                      <a:pt x="42" y="74"/>
                      <a:pt x="43" y="77"/>
                      <a:pt x="39" y="78"/>
                    </a:cubicBezTo>
                    <a:cubicBezTo>
                      <a:pt x="39" y="78"/>
                      <a:pt x="34" y="84"/>
                      <a:pt x="32" y="88"/>
                    </a:cubicBezTo>
                    <a:cubicBezTo>
                      <a:pt x="38" y="91"/>
                      <a:pt x="38" y="91"/>
                      <a:pt x="38" y="91"/>
                    </a:cubicBezTo>
                    <a:cubicBezTo>
                      <a:pt x="57" y="85"/>
                      <a:pt x="57" y="85"/>
                      <a:pt x="57" y="85"/>
                    </a:cubicBezTo>
                    <a:cubicBezTo>
                      <a:pt x="67" y="82"/>
                      <a:pt x="67" y="82"/>
                      <a:pt x="67" y="82"/>
                    </a:cubicBezTo>
                    <a:cubicBezTo>
                      <a:pt x="67" y="82"/>
                      <a:pt x="71" y="79"/>
                      <a:pt x="74" y="79"/>
                    </a:cubicBezTo>
                    <a:cubicBezTo>
                      <a:pt x="74" y="79"/>
                      <a:pt x="82" y="78"/>
                      <a:pt x="81" y="82"/>
                    </a:cubicBezTo>
                    <a:cubicBezTo>
                      <a:pt x="79" y="87"/>
                      <a:pt x="79" y="87"/>
                      <a:pt x="79" y="87"/>
                    </a:cubicBezTo>
                    <a:cubicBezTo>
                      <a:pt x="79" y="87"/>
                      <a:pt x="74" y="97"/>
                      <a:pt x="66" y="99"/>
                    </a:cubicBezTo>
                    <a:cubicBezTo>
                      <a:pt x="66" y="99"/>
                      <a:pt x="54" y="102"/>
                      <a:pt x="44" y="102"/>
                    </a:cubicBezTo>
                    <a:cubicBezTo>
                      <a:pt x="44" y="102"/>
                      <a:pt x="34" y="115"/>
                      <a:pt x="20" y="104"/>
                    </a:cubicBezTo>
                    <a:cubicBezTo>
                      <a:pt x="20" y="104"/>
                      <a:pt x="10" y="88"/>
                      <a:pt x="10" y="78"/>
                    </a:cubicBezTo>
                    <a:cubicBezTo>
                      <a:pt x="10" y="78"/>
                      <a:pt x="4" y="52"/>
                      <a:pt x="3" y="50"/>
                    </a:cubicBezTo>
                    <a:cubicBezTo>
                      <a:pt x="3" y="50"/>
                      <a:pt x="0" y="50"/>
                      <a:pt x="4" y="38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14" y="0"/>
                      <a:pt x="15" y="0"/>
                      <a:pt x="17" y="3"/>
                    </a:cubicBezTo>
                    <a:cubicBezTo>
                      <a:pt x="17" y="3"/>
                      <a:pt x="31" y="14"/>
                      <a:pt x="32" y="22"/>
                    </a:cubicBezTo>
                    <a:cubicBezTo>
                      <a:pt x="32" y="22"/>
                      <a:pt x="35" y="30"/>
                      <a:pt x="37" y="40"/>
                    </a:cubicBezTo>
                    <a:cubicBezTo>
                      <a:pt x="37" y="40"/>
                      <a:pt x="36" y="44"/>
                      <a:pt x="42" y="47"/>
                    </a:cubicBezTo>
                    <a:cubicBezTo>
                      <a:pt x="42" y="47"/>
                      <a:pt x="48" y="38"/>
                      <a:pt x="53" y="38"/>
                    </a:cubicBezTo>
                    <a:cubicBezTo>
                      <a:pt x="53" y="38"/>
                      <a:pt x="54" y="38"/>
                      <a:pt x="54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7" name="Freeform 37"/>
              <p:cNvSpPr/>
              <p:nvPr/>
            </p:nvSpPr>
            <p:spPr bwMode="auto">
              <a:xfrm>
                <a:off x="2949575" y="242888"/>
                <a:ext cx="152400" cy="149225"/>
              </a:xfrm>
              <a:custGeom>
                <a:avLst/>
                <a:gdLst>
                  <a:gd name="T0" fmla="*/ 11 w 46"/>
                  <a:gd name="T1" fmla="*/ 40 h 45"/>
                  <a:gd name="T2" fmla="*/ 13 w 46"/>
                  <a:gd name="T3" fmla="*/ 45 h 45"/>
                  <a:gd name="T4" fmla="*/ 26 w 46"/>
                  <a:gd name="T5" fmla="*/ 36 h 45"/>
                  <a:gd name="T6" fmla="*/ 41 w 46"/>
                  <a:gd name="T7" fmla="*/ 29 h 45"/>
                  <a:gd name="T8" fmla="*/ 39 w 46"/>
                  <a:gd name="T9" fmla="*/ 19 h 45"/>
                  <a:gd name="T10" fmla="*/ 15 w 46"/>
                  <a:gd name="T11" fmla="*/ 3 h 45"/>
                  <a:gd name="T12" fmla="*/ 3 w 46"/>
                  <a:gd name="T13" fmla="*/ 2 h 45"/>
                  <a:gd name="T14" fmla="*/ 3 w 46"/>
                  <a:gd name="T15" fmla="*/ 8 h 45"/>
                  <a:gd name="T16" fmla="*/ 4 w 46"/>
                  <a:gd name="T17" fmla="*/ 13 h 45"/>
                  <a:gd name="T18" fmla="*/ 9 w 46"/>
                  <a:gd name="T19" fmla="*/ 19 h 45"/>
                  <a:gd name="T20" fmla="*/ 13 w 46"/>
                  <a:gd name="T21" fmla="*/ 32 h 45"/>
                  <a:gd name="T22" fmla="*/ 11 w 46"/>
                  <a:gd name="T23" fmla="*/ 4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6" h="45">
                    <a:moveTo>
                      <a:pt x="11" y="40"/>
                    </a:moveTo>
                    <a:cubicBezTo>
                      <a:pt x="11" y="40"/>
                      <a:pt x="7" y="45"/>
                      <a:pt x="13" y="45"/>
                    </a:cubicBezTo>
                    <a:cubicBezTo>
                      <a:pt x="13" y="45"/>
                      <a:pt x="18" y="44"/>
                      <a:pt x="26" y="36"/>
                    </a:cubicBezTo>
                    <a:cubicBezTo>
                      <a:pt x="26" y="36"/>
                      <a:pt x="38" y="36"/>
                      <a:pt x="41" y="29"/>
                    </a:cubicBezTo>
                    <a:cubicBezTo>
                      <a:pt x="41" y="29"/>
                      <a:pt x="46" y="22"/>
                      <a:pt x="39" y="19"/>
                    </a:cubicBezTo>
                    <a:cubicBezTo>
                      <a:pt x="15" y="3"/>
                      <a:pt x="15" y="3"/>
                      <a:pt x="15" y="3"/>
                    </a:cubicBezTo>
                    <a:cubicBezTo>
                      <a:pt x="15" y="3"/>
                      <a:pt x="6" y="0"/>
                      <a:pt x="3" y="2"/>
                    </a:cubicBezTo>
                    <a:cubicBezTo>
                      <a:pt x="3" y="2"/>
                      <a:pt x="0" y="6"/>
                      <a:pt x="3" y="8"/>
                    </a:cubicBezTo>
                    <a:cubicBezTo>
                      <a:pt x="3" y="8"/>
                      <a:pt x="4" y="10"/>
                      <a:pt x="4" y="13"/>
                    </a:cubicBezTo>
                    <a:cubicBezTo>
                      <a:pt x="4" y="13"/>
                      <a:pt x="5" y="16"/>
                      <a:pt x="9" y="19"/>
                    </a:cubicBezTo>
                    <a:cubicBezTo>
                      <a:pt x="9" y="19"/>
                      <a:pt x="13" y="28"/>
                      <a:pt x="13" y="32"/>
                    </a:cubicBezTo>
                    <a:cubicBezTo>
                      <a:pt x="13" y="32"/>
                      <a:pt x="12" y="39"/>
                      <a:pt x="11" y="4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8" name="Freeform 38"/>
              <p:cNvSpPr/>
              <p:nvPr/>
            </p:nvSpPr>
            <p:spPr bwMode="auto">
              <a:xfrm>
                <a:off x="2870200" y="403225"/>
                <a:ext cx="250825" cy="146050"/>
              </a:xfrm>
              <a:custGeom>
                <a:avLst/>
                <a:gdLst>
                  <a:gd name="T0" fmla="*/ 72 w 76"/>
                  <a:gd name="T1" fmla="*/ 1 h 44"/>
                  <a:gd name="T2" fmla="*/ 75 w 76"/>
                  <a:gd name="T3" fmla="*/ 7 h 44"/>
                  <a:gd name="T4" fmla="*/ 65 w 76"/>
                  <a:gd name="T5" fmla="*/ 11 h 44"/>
                  <a:gd name="T6" fmla="*/ 53 w 76"/>
                  <a:gd name="T7" fmla="*/ 20 h 44"/>
                  <a:gd name="T8" fmla="*/ 39 w 76"/>
                  <a:gd name="T9" fmla="*/ 35 h 44"/>
                  <a:gd name="T10" fmla="*/ 14 w 76"/>
                  <a:gd name="T11" fmla="*/ 38 h 44"/>
                  <a:gd name="T12" fmla="*/ 4 w 76"/>
                  <a:gd name="T13" fmla="*/ 26 h 44"/>
                  <a:gd name="T14" fmla="*/ 17 w 76"/>
                  <a:gd name="T15" fmla="*/ 19 h 44"/>
                  <a:gd name="T16" fmla="*/ 61 w 76"/>
                  <a:gd name="T17" fmla="*/ 4 h 44"/>
                  <a:gd name="T18" fmla="*/ 72 w 76"/>
                  <a:gd name="T19" fmla="*/ 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6" h="44">
                    <a:moveTo>
                      <a:pt x="72" y="1"/>
                    </a:moveTo>
                    <a:cubicBezTo>
                      <a:pt x="72" y="1"/>
                      <a:pt x="76" y="0"/>
                      <a:pt x="75" y="7"/>
                    </a:cubicBezTo>
                    <a:cubicBezTo>
                      <a:pt x="75" y="7"/>
                      <a:pt x="72" y="11"/>
                      <a:pt x="65" y="11"/>
                    </a:cubicBezTo>
                    <a:cubicBezTo>
                      <a:pt x="65" y="11"/>
                      <a:pt x="59" y="13"/>
                      <a:pt x="53" y="20"/>
                    </a:cubicBezTo>
                    <a:cubicBezTo>
                      <a:pt x="53" y="20"/>
                      <a:pt x="44" y="30"/>
                      <a:pt x="39" y="35"/>
                    </a:cubicBezTo>
                    <a:cubicBezTo>
                      <a:pt x="39" y="35"/>
                      <a:pt x="30" y="44"/>
                      <a:pt x="14" y="38"/>
                    </a:cubicBezTo>
                    <a:cubicBezTo>
                      <a:pt x="14" y="38"/>
                      <a:pt x="0" y="33"/>
                      <a:pt x="4" y="26"/>
                    </a:cubicBezTo>
                    <a:cubicBezTo>
                      <a:pt x="4" y="26"/>
                      <a:pt x="4" y="23"/>
                      <a:pt x="17" y="19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72" y="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9" name="Freeform 39"/>
              <p:cNvSpPr/>
              <p:nvPr/>
            </p:nvSpPr>
            <p:spPr bwMode="auto">
              <a:xfrm>
                <a:off x="3062288" y="708025"/>
                <a:ext cx="114300" cy="109537"/>
              </a:xfrm>
              <a:custGeom>
                <a:avLst/>
                <a:gdLst>
                  <a:gd name="T0" fmla="*/ 3 w 35"/>
                  <a:gd name="T1" fmla="*/ 3 h 33"/>
                  <a:gd name="T2" fmla="*/ 8 w 35"/>
                  <a:gd name="T3" fmla="*/ 21 h 33"/>
                  <a:gd name="T4" fmla="*/ 11 w 35"/>
                  <a:gd name="T5" fmla="*/ 26 h 33"/>
                  <a:gd name="T6" fmla="*/ 22 w 35"/>
                  <a:gd name="T7" fmla="*/ 33 h 33"/>
                  <a:gd name="T8" fmla="*/ 29 w 35"/>
                  <a:gd name="T9" fmla="*/ 13 h 33"/>
                  <a:gd name="T10" fmla="*/ 11 w 35"/>
                  <a:gd name="T11" fmla="*/ 1 h 33"/>
                  <a:gd name="T12" fmla="*/ 3 w 35"/>
                  <a:gd name="T13" fmla="*/ 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5" h="33">
                    <a:moveTo>
                      <a:pt x="3" y="3"/>
                    </a:moveTo>
                    <a:cubicBezTo>
                      <a:pt x="3" y="3"/>
                      <a:pt x="0" y="15"/>
                      <a:pt x="8" y="21"/>
                    </a:cubicBezTo>
                    <a:cubicBezTo>
                      <a:pt x="8" y="21"/>
                      <a:pt x="9" y="22"/>
                      <a:pt x="11" y="26"/>
                    </a:cubicBezTo>
                    <a:cubicBezTo>
                      <a:pt x="11" y="26"/>
                      <a:pt x="15" y="33"/>
                      <a:pt x="22" y="33"/>
                    </a:cubicBezTo>
                    <a:cubicBezTo>
                      <a:pt x="22" y="33"/>
                      <a:pt x="35" y="27"/>
                      <a:pt x="29" y="13"/>
                    </a:cubicBezTo>
                    <a:cubicBezTo>
                      <a:pt x="29" y="13"/>
                      <a:pt x="21" y="1"/>
                      <a:pt x="11" y="1"/>
                    </a:cubicBezTo>
                    <a:cubicBezTo>
                      <a:pt x="11" y="1"/>
                      <a:pt x="6" y="0"/>
                      <a:pt x="3" y="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0" name="Freeform 40"/>
              <p:cNvSpPr/>
              <p:nvPr/>
            </p:nvSpPr>
            <p:spPr bwMode="auto">
              <a:xfrm>
                <a:off x="2787650" y="531813"/>
                <a:ext cx="333375" cy="361950"/>
              </a:xfrm>
              <a:custGeom>
                <a:avLst/>
                <a:gdLst>
                  <a:gd name="T0" fmla="*/ 27 w 101"/>
                  <a:gd name="T1" fmla="*/ 21 h 109"/>
                  <a:gd name="T2" fmla="*/ 35 w 101"/>
                  <a:gd name="T3" fmla="*/ 26 h 109"/>
                  <a:gd name="T4" fmla="*/ 41 w 101"/>
                  <a:gd name="T5" fmla="*/ 27 h 109"/>
                  <a:gd name="T6" fmla="*/ 64 w 101"/>
                  <a:gd name="T7" fmla="*/ 12 h 109"/>
                  <a:gd name="T8" fmla="*/ 69 w 101"/>
                  <a:gd name="T9" fmla="*/ 10 h 109"/>
                  <a:gd name="T10" fmla="*/ 98 w 101"/>
                  <a:gd name="T11" fmla="*/ 9 h 109"/>
                  <a:gd name="T12" fmla="*/ 94 w 101"/>
                  <a:gd name="T13" fmla="*/ 14 h 109"/>
                  <a:gd name="T14" fmla="*/ 74 w 101"/>
                  <a:gd name="T15" fmla="*/ 32 h 109"/>
                  <a:gd name="T16" fmla="*/ 68 w 101"/>
                  <a:gd name="T17" fmla="*/ 37 h 109"/>
                  <a:gd name="T18" fmla="*/ 68 w 101"/>
                  <a:gd name="T19" fmla="*/ 41 h 109"/>
                  <a:gd name="T20" fmla="*/ 74 w 101"/>
                  <a:gd name="T21" fmla="*/ 38 h 109"/>
                  <a:gd name="T22" fmla="*/ 87 w 101"/>
                  <a:gd name="T23" fmla="*/ 40 h 109"/>
                  <a:gd name="T24" fmla="*/ 77 w 101"/>
                  <a:gd name="T25" fmla="*/ 50 h 109"/>
                  <a:gd name="T26" fmla="*/ 63 w 101"/>
                  <a:gd name="T27" fmla="*/ 57 h 109"/>
                  <a:gd name="T28" fmla="*/ 61 w 101"/>
                  <a:gd name="T29" fmla="*/ 67 h 109"/>
                  <a:gd name="T30" fmla="*/ 65 w 101"/>
                  <a:gd name="T31" fmla="*/ 81 h 109"/>
                  <a:gd name="T32" fmla="*/ 69 w 101"/>
                  <a:gd name="T33" fmla="*/ 102 h 109"/>
                  <a:gd name="T34" fmla="*/ 63 w 101"/>
                  <a:gd name="T35" fmla="*/ 107 h 109"/>
                  <a:gd name="T36" fmla="*/ 60 w 101"/>
                  <a:gd name="T37" fmla="*/ 103 h 109"/>
                  <a:gd name="T38" fmla="*/ 48 w 101"/>
                  <a:gd name="T39" fmla="*/ 94 h 109"/>
                  <a:gd name="T40" fmla="*/ 49 w 101"/>
                  <a:gd name="T41" fmla="*/ 89 h 109"/>
                  <a:gd name="T42" fmla="*/ 54 w 101"/>
                  <a:gd name="T43" fmla="*/ 86 h 109"/>
                  <a:gd name="T44" fmla="*/ 55 w 101"/>
                  <a:gd name="T45" fmla="*/ 81 h 109"/>
                  <a:gd name="T46" fmla="*/ 54 w 101"/>
                  <a:gd name="T47" fmla="*/ 71 h 109"/>
                  <a:gd name="T48" fmla="*/ 42 w 101"/>
                  <a:gd name="T49" fmla="*/ 82 h 109"/>
                  <a:gd name="T50" fmla="*/ 20 w 101"/>
                  <a:gd name="T51" fmla="*/ 103 h 109"/>
                  <a:gd name="T52" fmla="*/ 8 w 101"/>
                  <a:gd name="T53" fmla="*/ 102 h 109"/>
                  <a:gd name="T54" fmla="*/ 5 w 101"/>
                  <a:gd name="T55" fmla="*/ 86 h 109"/>
                  <a:gd name="T56" fmla="*/ 13 w 101"/>
                  <a:gd name="T57" fmla="*/ 87 h 109"/>
                  <a:gd name="T58" fmla="*/ 54 w 101"/>
                  <a:gd name="T59" fmla="*/ 62 h 109"/>
                  <a:gd name="T60" fmla="*/ 54 w 101"/>
                  <a:gd name="T61" fmla="*/ 58 h 109"/>
                  <a:gd name="T62" fmla="*/ 52 w 101"/>
                  <a:gd name="T63" fmla="*/ 50 h 109"/>
                  <a:gd name="T64" fmla="*/ 52 w 101"/>
                  <a:gd name="T65" fmla="*/ 41 h 109"/>
                  <a:gd name="T66" fmla="*/ 45 w 101"/>
                  <a:gd name="T67" fmla="*/ 43 h 109"/>
                  <a:gd name="T68" fmla="*/ 46 w 101"/>
                  <a:gd name="T69" fmla="*/ 53 h 109"/>
                  <a:gd name="T70" fmla="*/ 30 w 101"/>
                  <a:gd name="T71" fmla="*/ 66 h 109"/>
                  <a:gd name="T72" fmla="*/ 24 w 101"/>
                  <a:gd name="T73" fmla="*/ 40 h 109"/>
                  <a:gd name="T74" fmla="*/ 27 w 101"/>
                  <a:gd name="T75" fmla="*/ 21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101" h="109">
                    <a:moveTo>
                      <a:pt x="27" y="21"/>
                    </a:moveTo>
                    <a:cubicBezTo>
                      <a:pt x="27" y="21"/>
                      <a:pt x="32" y="19"/>
                      <a:pt x="35" y="26"/>
                    </a:cubicBezTo>
                    <a:cubicBezTo>
                      <a:pt x="35" y="26"/>
                      <a:pt x="37" y="29"/>
                      <a:pt x="41" y="27"/>
                    </a:cubicBezTo>
                    <a:cubicBezTo>
                      <a:pt x="64" y="12"/>
                      <a:pt x="64" y="12"/>
                      <a:pt x="64" y="12"/>
                    </a:cubicBezTo>
                    <a:cubicBezTo>
                      <a:pt x="64" y="12"/>
                      <a:pt x="68" y="11"/>
                      <a:pt x="69" y="10"/>
                    </a:cubicBezTo>
                    <a:cubicBezTo>
                      <a:pt x="69" y="10"/>
                      <a:pt x="82" y="0"/>
                      <a:pt x="98" y="9"/>
                    </a:cubicBezTo>
                    <a:cubicBezTo>
                      <a:pt x="98" y="9"/>
                      <a:pt x="101" y="10"/>
                      <a:pt x="94" y="14"/>
                    </a:cubicBezTo>
                    <a:cubicBezTo>
                      <a:pt x="74" y="32"/>
                      <a:pt x="74" y="32"/>
                      <a:pt x="74" y="32"/>
                    </a:cubicBezTo>
                    <a:cubicBezTo>
                      <a:pt x="68" y="37"/>
                      <a:pt x="68" y="37"/>
                      <a:pt x="68" y="37"/>
                    </a:cubicBezTo>
                    <a:cubicBezTo>
                      <a:pt x="68" y="37"/>
                      <a:pt x="63" y="40"/>
                      <a:pt x="68" y="41"/>
                    </a:cubicBezTo>
                    <a:cubicBezTo>
                      <a:pt x="74" y="38"/>
                      <a:pt x="74" y="38"/>
                      <a:pt x="74" y="38"/>
                    </a:cubicBezTo>
                    <a:cubicBezTo>
                      <a:pt x="74" y="38"/>
                      <a:pt x="86" y="34"/>
                      <a:pt x="87" y="40"/>
                    </a:cubicBezTo>
                    <a:cubicBezTo>
                      <a:pt x="87" y="40"/>
                      <a:pt x="89" y="44"/>
                      <a:pt x="77" y="50"/>
                    </a:cubicBezTo>
                    <a:cubicBezTo>
                      <a:pt x="77" y="50"/>
                      <a:pt x="68" y="57"/>
                      <a:pt x="63" y="57"/>
                    </a:cubicBezTo>
                    <a:cubicBezTo>
                      <a:pt x="63" y="57"/>
                      <a:pt x="60" y="60"/>
                      <a:pt x="61" y="67"/>
                    </a:cubicBezTo>
                    <a:cubicBezTo>
                      <a:pt x="61" y="67"/>
                      <a:pt x="63" y="76"/>
                      <a:pt x="65" y="81"/>
                    </a:cubicBezTo>
                    <a:cubicBezTo>
                      <a:pt x="69" y="102"/>
                      <a:pt x="69" y="102"/>
                      <a:pt x="69" y="102"/>
                    </a:cubicBezTo>
                    <a:cubicBezTo>
                      <a:pt x="69" y="102"/>
                      <a:pt x="71" y="109"/>
                      <a:pt x="63" y="107"/>
                    </a:cubicBezTo>
                    <a:cubicBezTo>
                      <a:pt x="63" y="107"/>
                      <a:pt x="60" y="107"/>
                      <a:pt x="60" y="103"/>
                    </a:cubicBezTo>
                    <a:cubicBezTo>
                      <a:pt x="60" y="103"/>
                      <a:pt x="60" y="94"/>
                      <a:pt x="48" y="94"/>
                    </a:cubicBezTo>
                    <a:cubicBezTo>
                      <a:pt x="48" y="94"/>
                      <a:pt x="46" y="91"/>
                      <a:pt x="49" y="89"/>
                    </a:cubicBezTo>
                    <a:cubicBezTo>
                      <a:pt x="49" y="89"/>
                      <a:pt x="51" y="86"/>
                      <a:pt x="54" y="86"/>
                    </a:cubicBezTo>
                    <a:cubicBezTo>
                      <a:pt x="54" y="86"/>
                      <a:pt x="55" y="85"/>
                      <a:pt x="55" y="81"/>
                    </a:cubicBezTo>
                    <a:cubicBezTo>
                      <a:pt x="54" y="71"/>
                      <a:pt x="54" y="71"/>
                      <a:pt x="54" y="71"/>
                    </a:cubicBezTo>
                    <a:cubicBezTo>
                      <a:pt x="54" y="71"/>
                      <a:pt x="48" y="76"/>
                      <a:pt x="42" y="82"/>
                    </a:cubicBezTo>
                    <a:cubicBezTo>
                      <a:pt x="20" y="103"/>
                      <a:pt x="20" y="103"/>
                      <a:pt x="20" y="103"/>
                    </a:cubicBezTo>
                    <a:cubicBezTo>
                      <a:pt x="20" y="103"/>
                      <a:pt x="15" y="109"/>
                      <a:pt x="8" y="102"/>
                    </a:cubicBezTo>
                    <a:cubicBezTo>
                      <a:pt x="8" y="102"/>
                      <a:pt x="0" y="91"/>
                      <a:pt x="5" y="86"/>
                    </a:cubicBezTo>
                    <a:cubicBezTo>
                      <a:pt x="5" y="86"/>
                      <a:pt x="8" y="84"/>
                      <a:pt x="13" y="87"/>
                    </a:cubicBezTo>
                    <a:cubicBezTo>
                      <a:pt x="54" y="62"/>
                      <a:pt x="54" y="62"/>
                      <a:pt x="54" y="62"/>
                    </a:cubicBezTo>
                    <a:cubicBezTo>
                      <a:pt x="54" y="58"/>
                      <a:pt x="54" y="58"/>
                      <a:pt x="54" y="58"/>
                    </a:cubicBezTo>
                    <a:cubicBezTo>
                      <a:pt x="54" y="58"/>
                      <a:pt x="46" y="57"/>
                      <a:pt x="52" y="50"/>
                    </a:cubicBezTo>
                    <a:cubicBezTo>
                      <a:pt x="52" y="50"/>
                      <a:pt x="56" y="41"/>
                      <a:pt x="52" y="41"/>
                    </a:cubicBezTo>
                    <a:cubicBezTo>
                      <a:pt x="52" y="41"/>
                      <a:pt x="45" y="39"/>
                      <a:pt x="45" y="43"/>
                    </a:cubicBezTo>
                    <a:cubicBezTo>
                      <a:pt x="46" y="53"/>
                      <a:pt x="46" y="53"/>
                      <a:pt x="46" y="53"/>
                    </a:cubicBezTo>
                    <a:cubicBezTo>
                      <a:pt x="46" y="53"/>
                      <a:pt x="37" y="79"/>
                      <a:pt x="30" y="66"/>
                    </a:cubicBezTo>
                    <a:cubicBezTo>
                      <a:pt x="30" y="66"/>
                      <a:pt x="21" y="57"/>
                      <a:pt x="24" y="40"/>
                    </a:cubicBezTo>
                    <a:cubicBezTo>
                      <a:pt x="24" y="40"/>
                      <a:pt x="28" y="33"/>
                      <a:pt x="27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1" name="Freeform 41"/>
              <p:cNvSpPr/>
              <p:nvPr/>
            </p:nvSpPr>
            <p:spPr bwMode="auto">
              <a:xfrm>
                <a:off x="3646488" y="674688"/>
                <a:ext cx="128587" cy="133350"/>
              </a:xfrm>
              <a:custGeom>
                <a:avLst/>
                <a:gdLst>
                  <a:gd name="T0" fmla="*/ 6 w 39"/>
                  <a:gd name="T1" fmla="*/ 0 h 40"/>
                  <a:gd name="T2" fmla="*/ 12 w 39"/>
                  <a:gd name="T3" fmla="*/ 28 h 40"/>
                  <a:gd name="T4" fmla="*/ 11 w 39"/>
                  <a:gd name="T5" fmla="*/ 34 h 40"/>
                  <a:gd name="T6" fmla="*/ 25 w 39"/>
                  <a:gd name="T7" fmla="*/ 34 h 40"/>
                  <a:gd name="T8" fmla="*/ 31 w 39"/>
                  <a:gd name="T9" fmla="*/ 20 h 40"/>
                  <a:gd name="T10" fmla="*/ 6 w 39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0">
                    <a:moveTo>
                      <a:pt x="6" y="0"/>
                    </a:moveTo>
                    <a:cubicBezTo>
                      <a:pt x="6" y="0"/>
                      <a:pt x="0" y="10"/>
                      <a:pt x="12" y="28"/>
                    </a:cubicBezTo>
                    <a:cubicBezTo>
                      <a:pt x="12" y="28"/>
                      <a:pt x="15" y="30"/>
                      <a:pt x="11" y="34"/>
                    </a:cubicBezTo>
                    <a:cubicBezTo>
                      <a:pt x="11" y="34"/>
                      <a:pt x="11" y="40"/>
                      <a:pt x="25" y="34"/>
                    </a:cubicBezTo>
                    <a:cubicBezTo>
                      <a:pt x="25" y="34"/>
                      <a:pt x="39" y="32"/>
                      <a:pt x="31" y="20"/>
                    </a:cubicBezTo>
                    <a:cubicBezTo>
                      <a:pt x="31" y="20"/>
                      <a:pt x="18" y="4"/>
                      <a:pt x="6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2" name="Freeform 42"/>
              <p:cNvSpPr/>
              <p:nvPr/>
            </p:nvSpPr>
            <p:spPr bwMode="auto">
              <a:xfrm>
                <a:off x="3267075" y="328613"/>
                <a:ext cx="455612" cy="485775"/>
              </a:xfrm>
              <a:custGeom>
                <a:avLst/>
                <a:gdLst>
                  <a:gd name="T0" fmla="*/ 98 w 138"/>
                  <a:gd name="T1" fmla="*/ 64 h 146"/>
                  <a:gd name="T2" fmla="*/ 97 w 138"/>
                  <a:gd name="T3" fmla="*/ 26 h 146"/>
                  <a:gd name="T4" fmla="*/ 96 w 138"/>
                  <a:gd name="T5" fmla="*/ 11 h 146"/>
                  <a:gd name="T6" fmla="*/ 89 w 138"/>
                  <a:gd name="T7" fmla="*/ 9 h 146"/>
                  <a:gd name="T8" fmla="*/ 73 w 138"/>
                  <a:gd name="T9" fmla="*/ 1 h 146"/>
                  <a:gd name="T10" fmla="*/ 70 w 138"/>
                  <a:gd name="T11" fmla="*/ 13 h 146"/>
                  <a:gd name="T12" fmla="*/ 79 w 138"/>
                  <a:gd name="T13" fmla="*/ 33 h 146"/>
                  <a:gd name="T14" fmla="*/ 79 w 138"/>
                  <a:gd name="T15" fmla="*/ 70 h 146"/>
                  <a:gd name="T16" fmla="*/ 69 w 138"/>
                  <a:gd name="T17" fmla="*/ 80 h 146"/>
                  <a:gd name="T18" fmla="*/ 44 w 138"/>
                  <a:gd name="T19" fmla="*/ 90 h 146"/>
                  <a:gd name="T20" fmla="*/ 33 w 138"/>
                  <a:gd name="T21" fmla="*/ 97 h 146"/>
                  <a:gd name="T22" fmla="*/ 10 w 138"/>
                  <a:gd name="T23" fmla="*/ 104 h 146"/>
                  <a:gd name="T24" fmla="*/ 3 w 138"/>
                  <a:gd name="T25" fmla="*/ 97 h 146"/>
                  <a:gd name="T26" fmla="*/ 2 w 138"/>
                  <a:gd name="T27" fmla="*/ 103 h 146"/>
                  <a:gd name="T28" fmla="*/ 15 w 138"/>
                  <a:gd name="T29" fmla="*/ 122 h 146"/>
                  <a:gd name="T30" fmla="*/ 49 w 138"/>
                  <a:gd name="T31" fmla="*/ 104 h 146"/>
                  <a:gd name="T32" fmla="*/ 62 w 138"/>
                  <a:gd name="T33" fmla="*/ 99 h 146"/>
                  <a:gd name="T34" fmla="*/ 74 w 138"/>
                  <a:gd name="T35" fmla="*/ 96 h 146"/>
                  <a:gd name="T36" fmla="*/ 38 w 138"/>
                  <a:gd name="T37" fmla="*/ 134 h 146"/>
                  <a:gd name="T38" fmla="*/ 35 w 138"/>
                  <a:gd name="T39" fmla="*/ 137 h 146"/>
                  <a:gd name="T40" fmla="*/ 33 w 138"/>
                  <a:gd name="T41" fmla="*/ 140 h 146"/>
                  <a:gd name="T42" fmla="*/ 36 w 138"/>
                  <a:gd name="T43" fmla="*/ 143 h 146"/>
                  <a:gd name="T44" fmla="*/ 91 w 138"/>
                  <a:gd name="T45" fmla="*/ 111 h 146"/>
                  <a:gd name="T46" fmla="*/ 97 w 138"/>
                  <a:gd name="T47" fmla="*/ 81 h 146"/>
                  <a:gd name="T48" fmla="*/ 120 w 138"/>
                  <a:gd name="T49" fmla="*/ 63 h 146"/>
                  <a:gd name="T50" fmla="*/ 134 w 138"/>
                  <a:gd name="T51" fmla="*/ 44 h 146"/>
                  <a:gd name="T52" fmla="*/ 118 w 138"/>
                  <a:gd name="T53" fmla="*/ 47 h 146"/>
                  <a:gd name="T54" fmla="*/ 98 w 138"/>
                  <a:gd name="T55" fmla="*/ 64 h 1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138" h="146">
                    <a:moveTo>
                      <a:pt x="98" y="64"/>
                    </a:moveTo>
                    <a:cubicBezTo>
                      <a:pt x="97" y="26"/>
                      <a:pt x="97" y="26"/>
                      <a:pt x="97" y="26"/>
                    </a:cubicBezTo>
                    <a:cubicBezTo>
                      <a:pt x="97" y="26"/>
                      <a:pt x="103" y="16"/>
                      <a:pt x="96" y="11"/>
                    </a:cubicBezTo>
                    <a:cubicBezTo>
                      <a:pt x="89" y="9"/>
                      <a:pt x="89" y="9"/>
                      <a:pt x="89" y="9"/>
                    </a:cubicBezTo>
                    <a:cubicBezTo>
                      <a:pt x="89" y="9"/>
                      <a:pt x="85" y="0"/>
                      <a:pt x="73" y="1"/>
                    </a:cubicBezTo>
                    <a:cubicBezTo>
                      <a:pt x="73" y="1"/>
                      <a:pt x="67" y="0"/>
                      <a:pt x="70" y="13"/>
                    </a:cubicBezTo>
                    <a:cubicBezTo>
                      <a:pt x="70" y="13"/>
                      <a:pt x="76" y="30"/>
                      <a:pt x="79" y="33"/>
                    </a:cubicBezTo>
                    <a:cubicBezTo>
                      <a:pt x="79" y="70"/>
                      <a:pt x="79" y="70"/>
                      <a:pt x="79" y="70"/>
                    </a:cubicBezTo>
                    <a:cubicBezTo>
                      <a:pt x="79" y="70"/>
                      <a:pt x="77" y="78"/>
                      <a:pt x="69" y="80"/>
                    </a:cubicBezTo>
                    <a:cubicBezTo>
                      <a:pt x="44" y="90"/>
                      <a:pt x="44" y="90"/>
                      <a:pt x="44" y="90"/>
                    </a:cubicBezTo>
                    <a:cubicBezTo>
                      <a:pt x="44" y="90"/>
                      <a:pt x="40" y="91"/>
                      <a:pt x="33" y="97"/>
                    </a:cubicBezTo>
                    <a:cubicBezTo>
                      <a:pt x="33" y="97"/>
                      <a:pt x="17" y="104"/>
                      <a:pt x="10" y="104"/>
                    </a:cubicBezTo>
                    <a:cubicBezTo>
                      <a:pt x="10" y="104"/>
                      <a:pt x="4" y="99"/>
                      <a:pt x="3" y="97"/>
                    </a:cubicBezTo>
                    <a:cubicBezTo>
                      <a:pt x="3" y="97"/>
                      <a:pt x="2" y="96"/>
                      <a:pt x="2" y="103"/>
                    </a:cubicBezTo>
                    <a:cubicBezTo>
                      <a:pt x="2" y="103"/>
                      <a:pt x="0" y="125"/>
                      <a:pt x="15" y="122"/>
                    </a:cubicBezTo>
                    <a:cubicBezTo>
                      <a:pt x="15" y="122"/>
                      <a:pt x="28" y="123"/>
                      <a:pt x="49" y="104"/>
                    </a:cubicBezTo>
                    <a:cubicBezTo>
                      <a:pt x="49" y="104"/>
                      <a:pt x="53" y="102"/>
                      <a:pt x="62" y="99"/>
                    </a:cubicBezTo>
                    <a:cubicBezTo>
                      <a:pt x="62" y="99"/>
                      <a:pt x="70" y="95"/>
                      <a:pt x="74" y="96"/>
                    </a:cubicBezTo>
                    <a:cubicBezTo>
                      <a:pt x="74" y="96"/>
                      <a:pt x="69" y="125"/>
                      <a:pt x="38" y="134"/>
                    </a:cubicBezTo>
                    <a:cubicBezTo>
                      <a:pt x="38" y="134"/>
                      <a:pt x="35" y="135"/>
                      <a:pt x="35" y="137"/>
                    </a:cubicBezTo>
                    <a:cubicBezTo>
                      <a:pt x="35" y="137"/>
                      <a:pt x="34" y="138"/>
                      <a:pt x="33" y="140"/>
                    </a:cubicBezTo>
                    <a:cubicBezTo>
                      <a:pt x="33" y="140"/>
                      <a:pt x="29" y="143"/>
                      <a:pt x="36" y="143"/>
                    </a:cubicBezTo>
                    <a:cubicBezTo>
                      <a:pt x="36" y="143"/>
                      <a:pt x="65" y="146"/>
                      <a:pt x="91" y="111"/>
                    </a:cubicBezTo>
                    <a:cubicBezTo>
                      <a:pt x="91" y="111"/>
                      <a:pt x="96" y="102"/>
                      <a:pt x="97" y="81"/>
                    </a:cubicBezTo>
                    <a:cubicBezTo>
                      <a:pt x="120" y="63"/>
                      <a:pt x="120" y="63"/>
                      <a:pt x="120" y="63"/>
                    </a:cubicBezTo>
                    <a:cubicBezTo>
                      <a:pt x="120" y="63"/>
                      <a:pt x="138" y="51"/>
                      <a:pt x="134" y="44"/>
                    </a:cubicBezTo>
                    <a:cubicBezTo>
                      <a:pt x="134" y="44"/>
                      <a:pt x="124" y="39"/>
                      <a:pt x="118" y="47"/>
                    </a:cubicBezTo>
                    <a:cubicBezTo>
                      <a:pt x="118" y="47"/>
                      <a:pt x="108" y="61"/>
                      <a:pt x="98" y="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3" name="Freeform 43"/>
              <p:cNvSpPr/>
              <p:nvPr/>
            </p:nvSpPr>
            <p:spPr bwMode="auto">
              <a:xfrm>
                <a:off x="3930650" y="515938"/>
                <a:ext cx="66675" cy="112712"/>
              </a:xfrm>
              <a:custGeom>
                <a:avLst/>
                <a:gdLst>
                  <a:gd name="T0" fmla="*/ 3 w 20"/>
                  <a:gd name="T1" fmla="*/ 5 h 34"/>
                  <a:gd name="T2" fmla="*/ 6 w 20"/>
                  <a:gd name="T3" fmla="*/ 2 h 34"/>
                  <a:gd name="T4" fmla="*/ 18 w 20"/>
                  <a:gd name="T5" fmla="*/ 18 h 34"/>
                  <a:gd name="T6" fmla="*/ 9 w 20"/>
                  <a:gd name="T7" fmla="*/ 31 h 34"/>
                  <a:gd name="T8" fmla="*/ 4 w 20"/>
                  <a:gd name="T9" fmla="*/ 21 h 34"/>
                  <a:gd name="T10" fmla="*/ 3 w 20"/>
                  <a:gd name="T11" fmla="*/ 5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" h="34">
                    <a:moveTo>
                      <a:pt x="3" y="5"/>
                    </a:moveTo>
                    <a:cubicBezTo>
                      <a:pt x="3" y="5"/>
                      <a:pt x="0" y="0"/>
                      <a:pt x="6" y="2"/>
                    </a:cubicBezTo>
                    <a:cubicBezTo>
                      <a:pt x="6" y="2"/>
                      <a:pt x="14" y="7"/>
                      <a:pt x="18" y="18"/>
                    </a:cubicBezTo>
                    <a:cubicBezTo>
                      <a:pt x="18" y="18"/>
                      <a:pt x="20" y="34"/>
                      <a:pt x="9" y="31"/>
                    </a:cubicBezTo>
                    <a:cubicBezTo>
                      <a:pt x="9" y="31"/>
                      <a:pt x="5" y="28"/>
                      <a:pt x="4" y="21"/>
                    </a:cubicBezTo>
                    <a:lnTo>
                      <a:pt x="3" y="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4" name="Freeform 44"/>
              <p:cNvSpPr/>
              <p:nvPr/>
            </p:nvSpPr>
            <p:spPr bwMode="auto">
              <a:xfrm>
                <a:off x="3906838" y="671513"/>
                <a:ext cx="331787" cy="206375"/>
              </a:xfrm>
              <a:custGeom>
                <a:avLst/>
                <a:gdLst>
                  <a:gd name="T0" fmla="*/ 63 w 100"/>
                  <a:gd name="T1" fmla="*/ 24 h 62"/>
                  <a:gd name="T2" fmla="*/ 68 w 100"/>
                  <a:gd name="T3" fmla="*/ 32 h 62"/>
                  <a:gd name="T4" fmla="*/ 68 w 100"/>
                  <a:gd name="T5" fmla="*/ 43 h 62"/>
                  <a:gd name="T6" fmla="*/ 50 w 100"/>
                  <a:gd name="T7" fmla="*/ 50 h 62"/>
                  <a:gd name="T8" fmla="*/ 43 w 100"/>
                  <a:gd name="T9" fmla="*/ 49 h 62"/>
                  <a:gd name="T10" fmla="*/ 43 w 100"/>
                  <a:gd name="T11" fmla="*/ 55 h 62"/>
                  <a:gd name="T12" fmla="*/ 49 w 100"/>
                  <a:gd name="T13" fmla="*/ 57 h 62"/>
                  <a:gd name="T14" fmla="*/ 56 w 100"/>
                  <a:gd name="T15" fmla="*/ 61 h 62"/>
                  <a:gd name="T16" fmla="*/ 65 w 100"/>
                  <a:gd name="T17" fmla="*/ 58 h 62"/>
                  <a:gd name="T18" fmla="*/ 74 w 100"/>
                  <a:gd name="T19" fmla="*/ 56 h 62"/>
                  <a:gd name="T20" fmla="*/ 80 w 100"/>
                  <a:gd name="T21" fmla="*/ 40 h 62"/>
                  <a:gd name="T22" fmla="*/ 74 w 100"/>
                  <a:gd name="T23" fmla="*/ 22 h 62"/>
                  <a:gd name="T24" fmla="*/ 81 w 100"/>
                  <a:gd name="T25" fmla="*/ 19 h 62"/>
                  <a:gd name="T26" fmla="*/ 97 w 100"/>
                  <a:gd name="T27" fmla="*/ 11 h 62"/>
                  <a:gd name="T28" fmla="*/ 90 w 100"/>
                  <a:gd name="T29" fmla="*/ 0 h 62"/>
                  <a:gd name="T30" fmla="*/ 45 w 100"/>
                  <a:gd name="T31" fmla="*/ 11 h 62"/>
                  <a:gd name="T32" fmla="*/ 11 w 100"/>
                  <a:gd name="T33" fmla="*/ 26 h 62"/>
                  <a:gd name="T34" fmla="*/ 2 w 100"/>
                  <a:gd name="T35" fmla="*/ 34 h 62"/>
                  <a:gd name="T36" fmla="*/ 8 w 100"/>
                  <a:gd name="T37" fmla="*/ 46 h 62"/>
                  <a:gd name="T38" fmla="*/ 21 w 100"/>
                  <a:gd name="T39" fmla="*/ 46 h 62"/>
                  <a:gd name="T40" fmla="*/ 44 w 100"/>
                  <a:gd name="T41" fmla="*/ 30 h 62"/>
                  <a:gd name="T42" fmla="*/ 54 w 100"/>
                  <a:gd name="T43" fmla="*/ 29 h 62"/>
                  <a:gd name="T44" fmla="*/ 60 w 100"/>
                  <a:gd name="T45" fmla="*/ 25 h 62"/>
                  <a:gd name="T46" fmla="*/ 63 w 100"/>
                  <a:gd name="T47" fmla="*/ 2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00" h="62">
                    <a:moveTo>
                      <a:pt x="63" y="24"/>
                    </a:moveTo>
                    <a:cubicBezTo>
                      <a:pt x="63" y="24"/>
                      <a:pt x="68" y="25"/>
                      <a:pt x="68" y="32"/>
                    </a:cubicBezTo>
                    <a:cubicBezTo>
                      <a:pt x="68" y="32"/>
                      <a:pt x="64" y="36"/>
                      <a:pt x="68" y="43"/>
                    </a:cubicBezTo>
                    <a:cubicBezTo>
                      <a:pt x="68" y="43"/>
                      <a:pt x="68" y="51"/>
                      <a:pt x="50" y="50"/>
                    </a:cubicBezTo>
                    <a:cubicBezTo>
                      <a:pt x="43" y="49"/>
                      <a:pt x="43" y="49"/>
                      <a:pt x="43" y="49"/>
                    </a:cubicBezTo>
                    <a:cubicBezTo>
                      <a:pt x="43" y="49"/>
                      <a:pt x="40" y="50"/>
                      <a:pt x="43" y="55"/>
                    </a:cubicBezTo>
                    <a:cubicBezTo>
                      <a:pt x="43" y="55"/>
                      <a:pt x="43" y="56"/>
                      <a:pt x="49" y="57"/>
                    </a:cubicBezTo>
                    <a:cubicBezTo>
                      <a:pt x="49" y="57"/>
                      <a:pt x="55" y="59"/>
                      <a:pt x="56" y="61"/>
                    </a:cubicBezTo>
                    <a:cubicBezTo>
                      <a:pt x="56" y="61"/>
                      <a:pt x="60" y="62"/>
                      <a:pt x="65" y="58"/>
                    </a:cubicBezTo>
                    <a:cubicBezTo>
                      <a:pt x="65" y="58"/>
                      <a:pt x="69" y="56"/>
                      <a:pt x="74" y="56"/>
                    </a:cubicBezTo>
                    <a:cubicBezTo>
                      <a:pt x="74" y="56"/>
                      <a:pt x="81" y="52"/>
                      <a:pt x="80" y="40"/>
                    </a:cubicBezTo>
                    <a:cubicBezTo>
                      <a:pt x="80" y="40"/>
                      <a:pt x="78" y="29"/>
                      <a:pt x="74" y="22"/>
                    </a:cubicBezTo>
                    <a:cubicBezTo>
                      <a:pt x="74" y="22"/>
                      <a:pt x="77" y="19"/>
                      <a:pt x="81" y="19"/>
                    </a:cubicBezTo>
                    <a:cubicBezTo>
                      <a:pt x="81" y="19"/>
                      <a:pt x="94" y="21"/>
                      <a:pt x="97" y="11"/>
                    </a:cubicBezTo>
                    <a:cubicBezTo>
                      <a:pt x="97" y="11"/>
                      <a:pt x="100" y="0"/>
                      <a:pt x="90" y="0"/>
                    </a:cubicBezTo>
                    <a:cubicBezTo>
                      <a:pt x="90" y="0"/>
                      <a:pt x="60" y="4"/>
                      <a:pt x="45" y="11"/>
                    </a:cubicBezTo>
                    <a:cubicBezTo>
                      <a:pt x="11" y="26"/>
                      <a:pt x="11" y="26"/>
                      <a:pt x="11" y="26"/>
                    </a:cubicBezTo>
                    <a:cubicBezTo>
                      <a:pt x="11" y="26"/>
                      <a:pt x="0" y="24"/>
                      <a:pt x="2" y="34"/>
                    </a:cubicBezTo>
                    <a:cubicBezTo>
                      <a:pt x="8" y="46"/>
                      <a:pt x="8" y="46"/>
                      <a:pt x="8" y="46"/>
                    </a:cubicBezTo>
                    <a:cubicBezTo>
                      <a:pt x="8" y="46"/>
                      <a:pt x="13" y="52"/>
                      <a:pt x="21" y="46"/>
                    </a:cubicBezTo>
                    <a:cubicBezTo>
                      <a:pt x="44" y="30"/>
                      <a:pt x="44" y="30"/>
                      <a:pt x="44" y="30"/>
                    </a:cubicBezTo>
                    <a:cubicBezTo>
                      <a:pt x="54" y="29"/>
                      <a:pt x="54" y="29"/>
                      <a:pt x="54" y="29"/>
                    </a:cubicBezTo>
                    <a:cubicBezTo>
                      <a:pt x="54" y="29"/>
                      <a:pt x="60" y="28"/>
                      <a:pt x="60" y="25"/>
                    </a:cubicBezTo>
                    <a:cubicBezTo>
                      <a:pt x="60" y="25"/>
                      <a:pt x="61" y="25"/>
                      <a:pt x="63" y="2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5" name="Freeform 45"/>
              <p:cNvSpPr/>
              <p:nvPr/>
            </p:nvSpPr>
            <p:spPr bwMode="auto">
              <a:xfrm>
                <a:off x="3937000" y="369888"/>
                <a:ext cx="139700" cy="192087"/>
              </a:xfrm>
              <a:custGeom>
                <a:avLst/>
                <a:gdLst>
                  <a:gd name="T0" fmla="*/ 2 w 42"/>
                  <a:gd name="T1" fmla="*/ 11 h 58"/>
                  <a:gd name="T2" fmla="*/ 17 w 42"/>
                  <a:gd name="T3" fmla="*/ 28 h 58"/>
                  <a:gd name="T4" fmla="*/ 26 w 42"/>
                  <a:gd name="T5" fmla="*/ 54 h 58"/>
                  <a:gd name="T6" fmla="*/ 34 w 42"/>
                  <a:gd name="T7" fmla="*/ 53 h 58"/>
                  <a:gd name="T8" fmla="*/ 39 w 42"/>
                  <a:gd name="T9" fmla="*/ 46 h 58"/>
                  <a:gd name="T10" fmla="*/ 36 w 42"/>
                  <a:gd name="T11" fmla="*/ 32 h 58"/>
                  <a:gd name="T12" fmla="*/ 18 w 42"/>
                  <a:gd name="T13" fmla="*/ 14 h 58"/>
                  <a:gd name="T14" fmla="*/ 8 w 42"/>
                  <a:gd name="T15" fmla="*/ 6 h 58"/>
                  <a:gd name="T16" fmla="*/ 1 w 42"/>
                  <a:gd name="T17" fmla="*/ 5 h 58"/>
                  <a:gd name="T18" fmla="*/ 2 w 42"/>
                  <a:gd name="T19" fmla="*/ 11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2" h="58">
                    <a:moveTo>
                      <a:pt x="2" y="11"/>
                    </a:moveTo>
                    <a:cubicBezTo>
                      <a:pt x="2" y="11"/>
                      <a:pt x="15" y="26"/>
                      <a:pt x="17" y="28"/>
                    </a:cubicBezTo>
                    <a:cubicBezTo>
                      <a:pt x="17" y="28"/>
                      <a:pt x="24" y="34"/>
                      <a:pt x="26" y="54"/>
                    </a:cubicBezTo>
                    <a:cubicBezTo>
                      <a:pt x="26" y="54"/>
                      <a:pt x="28" y="58"/>
                      <a:pt x="34" y="53"/>
                    </a:cubicBezTo>
                    <a:cubicBezTo>
                      <a:pt x="39" y="46"/>
                      <a:pt x="39" y="46"/>
                      <a:pt x="39" y="46"/>
                    </a:cubicBezTo>
                    <a:cubicBezTo>
                      <a:pt x="39" y="46"/>
                      <a:pt x="42" y="43"/>
                      <a:pt x="36" y="32"/>
                    </a:cubicBezTo>
                    <a:cubicBezTo>
                      <a:pt x="36" y="32"/>
                      <a:pt x="31" y="20"/>
                      <a:pt x="18" y="14"/>
                    </a:cubicBezTo>
                    <a:cubicBezTo>
                      <a:pt x="18" y="14"/>
                      <a:pt x="11" y="10"/>
                      <a:pt x="8" y="6"/>
                    </a:cubicBezTo>
                    <a:cubicBezTo>
                      <a:pt x="8" y="6"/>
                      <a:pt x="5" y="0"/>
                      <a:pt x="1" y="5"/>
                    </a:cubicBezTo>
                    <a:cubicBezTo>
                      <a:pt x="1" y="5"/>
                      <a:pt x="0" y="8"/>
                      <a:pt x="2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6" name="Freeform 46"/>
              <p:cNvSpPr>
                <a:spLocks noEditPoints="1"/>
              </p:cNvSpPr>
              <p:nvPr/>
            </p:nvSpPr>
            <p:spPr bwMode="auto">
              <a:xfrm>
                <a:off x="3957638" y="255588"/>
                <a:ext cx="392112" cy="425450"/>
              </a:xfrm>
              <a:custGeom>
                <a:avLst/>
                <a:gdLst>
                  <a:gd name="T0" fmla="*/ 115 w 119"/>
                  <a:gd name="T1" fmla="*/ 38 h 128"/>
                  <a:gd name="T2" fmla="*/ 110 w 119"/>
                  <a:gd name="T3" fmla="*/ 30 h 128"/>
                  <a:gd name="T4" fmla="*/ 105 w 119"/>
                  <a:gd name="T5" fmla="*/ 28 h 128"/>
                  <a:gd name="T6" fmla="*/ 99 w 119"/>
                  <a:gd name="T7" fmla="*/ 29 h 128"/>
                  <a:gd name="T8" fmla="*/ 78 w 119"/>
                  <a:gd name="T9" fmla="*/ 36 h 128"/>
                  <a:gd name="T10" fmla="*/ 73 w 119"/>
                  <a:gd name="T11" fmla="*/ 31 h 128"/>
                  <a:gd name="T12" fmla="*/ 83 w 119"/>
                  <a:gd name="T13" fmla="*/ 8 h 128"/>
                  <a:gd name="T14" fmla="*/ 77 w 119"/>
                  <a:gd name="T15" fmla="*/ 1 h 128"/>
                  <a:gd name="T16" fmla="*/ 74 w 119"/>
                  <a:gd name="T17" fmla="*/ 4 h 128"/>
                  <a:gd name="T18" fmla="*/ 65 w 119"/>
                  <a:gd name="T19" fmla="*/ 26 h 128"/>
                  <a:gd name="T20" fmla="*/ 54 w 119"/>
                  <a:gd name="T21" fmla="*/ 31 h 128"/>
                  <a:gd name="T22" fmla="*/ 45 w 119"/>
                  <a:gd name="T23" fmla="*/ 31 h 128"/>
                  <a:gd name="T24" fmla="*/ 42 w 119"/>
                  <a:gd name="T25" fmla="*/ 35 h 128"/>
                  <a:gd name="T26" fmla="*/ 53 w 119"/>
                  <a:gd name="T27" fmla="*/ 39 h 128"/>
                  <a:gd name="T28" fmla="*/ 50 w 119"/>
                  <a:gd name="T29" fmla="*/ 46 h 128"/>
                  <a:gd name="T30" fmla="*/ 49 w 119"/>
                  <a:gd name="T31" fmla="*/ 51 h 128"/>
                  <a:gd name="T32" fmla="*/ 56 w 119"/>
                  <a:gd name="T33" fmla="*/ 48 h 128"/>
                  <a:gd name="T34" fmla="*/ 56 w 119"/>
                  <a:gd name="T35" fmla="*/ 54 h 128"/>
                  <a:gd name="T36" fmla="*/ 52 w 119"/>
                  <a:gd name="T37" fmla="*/ 60 h 128"/>
                  <a:gd name="T38" fmla="*/ 42 w 119"/>
                  <a:gd name="T39" fmla="*/ 61 h 128"/>
                  <a:gd name="T40" fmla="*/ 46 w 119"/>
                  <a:gd name="T41" fmla="*/ 65 h 128"/>
                  <a:gd name="T42" fmla="*/ 37 w 119"/>
                  <a:gd name="T43" fmla="*/ 78 h 128"/>
                  <a:gd name="T44" fmla="*/ 38 w 119"/>
                  <a:gd name="T45" fmla="*/ 82 h 128"/>
                  <a:gd name="T46" fmla="*/ 43 w 119"/>
                  <a:gd name="T47" fmla="*/ 80 h 128"/>
                  <a:gd name="T48" fmla="*/ 51 w 119"/>
                  <a:gd name="T49" fmla="*/ 70 h 128"/>
                  <a:gd name="T50" fmla="*/ 62 w 119"/>
                  <a:gd name="T51" fmla="*/ 76 h 128"/>
                  <a:gd name="T52" fmla="*/ 61 w 119"/>
                  <a:gd name="T53" fmla="*/ 85 h 128"/>
                  <a:gd name="T54" fmla="*/ 69 w 119"/>
                  <a:gd name="T55" fmla="*/ 81 h 128"/>
                  <a:gd name="T56" fmla="*/ 76 w 119"/>
                  <a:gd name="T57" fmla="*/ 82 h 128"/>
                  <a:gd name="T58" fmla="*/ 66 w 119"/>
                  <a:gd name="T59" fmla="*/ 88 h 128"/>
                  <a:gd name="T60" fmla="*/ 21 w 119"/>
                  <a:gd name="T61" fmla="*/ 111 h 128"/>
                  <a:gd name="T62" fmla="*/ 5 w 119"/>
                  <a:gd name="T63" fmla="*/ 120 h 128"/>
                  <a:gd name="T64" fmla="*/ 8 w 119"/>
                  <a:gd name="T65" fmla="*/ 126 h 128"/>
                  <a:gd name="T66" fmla="*/ 52 w 119"/>
                  <a:gd name="T67" fmla="*/ 109 h 128"/>
                  <a:gd name="T68" fmla="*/ 75 w 119"/>
                  <a:gd name="T69" fmla="*/ 91 h 128"/>
                  <a:gd name="T70" fmla="*/ 82 w 119"/>
                  <a:gd name="T71" fmla="*/ 87 h 128"/>
                  <a:gd name="T72" fmla="*/ 81 w 119"/>
                  <a:gd name="T73" fmla="*/ 93 h 128"/>
                  <a:gd name="T74" fmla="*/ 79 w 119"/>
                  <a:gd name="T75" fmla="*/ 96 h 128"/>
                  <a:gd name="T76" fmla="*/ 69 w 119"/>
                  <a:gd name="T77" fmla="*/ 108 h 128"/>
                  <a:gd name="T78" fmla="*/ 60 w 119"/>
                  <a:gd name="T79" fmla="*/ 118 h 128"/>
                  <a:gd name="T80" fmla="*/ 67 w 119"/>
                  <a:gd name="T81" fmla="*/ 116 h 128"/>
                  <a:gd name="T82" fmla="*/ 79 w 119"/>
                  <a:gd name="T83" fmla="*/ 111 h 128"/>
                  <a:gd name="T84" fmla="*/ 86 w 119"/>
                  <a:gd name="T85" fmla="*/ 106 h 128"/>
                  <a:gd name="T86" fmla="*/ 101 w 119"/>
                  <a:gd name="T87" fmla="*/ 80 h 128"/>
                  <a:gd name="T88" fmla="*/ 87 w 119"/>
                  <a:gd name="T89" fmla="*/ 79 h 128"/>
                  <a:gd name="T90" fmla="*/ 88 w 119"/>
                  <a:gd name="T91" fmla="*/ 75 h 128"/>
                  <a:gd name="T92" fmla="*/ 115 w 119"/>
                  <a:gd name="T93" fmla="*/ 38 h 128"/>
                  <a:gd name="T94" fmla="*/ 86 w 119"/>
                  <a:gd name="T95" fmla="*/ 60 h 128"/>
                  <a:gd name="T96" fmla="*/ 80 w 119"/>
                  <a:gd name="T97" fmla="*/ 70 h 128"/>
                  <a:gd name="T98" fmla="*/ 75 w 119"/>
                  <a:gd name="T99" fmla="*/ 67 h 128"/>
                  <a:gd name="T100" fmla="*/ 71 w 119"/>
                  <a:gd name="T101" fmla="*/ 56 h 128"/>
                  <a:gd name="T102" fmla="*/ 67 w 119"/>
                  <a:gd name="T103" fmla="*/ 60 h 128"/>
                  <a:gd name="T104" fmla="*/ 67 w 119"/>
                  <a:gd name="T105" fmla="*/ 66 h 128"/>
                  <a:gd name="T106" fmla="*/ 60 w 119"/>
                  <a:gd name="T107" fmla="*/ 64 h 128"/>
                  <a:gd name="T108" fmla="*/ 65 w 119"/>
                  <a:gd name="T109" fmla="*/ 53 h 128"/>
                  <a:gd name="T110" fmla="*/ 72 w 119"/>
                  <a:gd name="T111" fmla="*/ 42 h 128"/>
                  <a:gd name="T112" fmla="*/ 93 w 119"/>
                  <a:gd name="T113" fmla="*/ 47 h 128"/>
                  <a:gd name="T114" fmla="*/ 86 w 119"/>
                  <a:gd name="T115" fmla="*/ 60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19" h="128">
                    <a:moveTo>
                      <a:pt x="115" y="38"/>
                    </a:moveTo>
                    <a:cubicBezTo>
                      <a:pt x="115" y="38"/>
                      <a:pt x="119" y="30"/>
                      <a:pt x="110" y="30"/>
                    </a:cubicBezTo>
                    <a:cubicBezTo>
                      <a:pt x="110" y="30"/>
                      <a:pt x="107" y="29"/>
                      <a:pt x="105" y="28"/>
                    </a:cubicBezTo>
                    <a:cubicBezTo>
                      <a:pt x="105" y="28"/>
                      <a:pt x="103" y="27"/>
                      <a:pt x="99" y="29"/>
                    </a:cubicBezTo>
                    <a:cubicBezTo>
                      <a:pt x="99" y="29"/>
                      <a:pt x="87" y="32"/>
                      <a:pt x="78" y="36"/>
                    </a:cubicBezTo>
                    <a:cubicBezTo>
                      <a:pt x="78" y="36"/>
                      <a:pt x="71" y="38"/>
                      <a:pt x="73" y="31"/>
                    </a:cubicBezTo>
                    <a:cubicBezTo>
                      <a:pt x="73" y="31"/>
                      <a:pt x="83" y="15"/>
                      <a:pt x="83" y="8"/>
                    </a:cubicBezTo>
                    <a:cubicBezTo>
                      <a:pt x="83" y="8"/>
                      <a:pt x="83" y="5"/>
                      <a:pt x="77" y="1"/>
                    </a:cubicBezTo>
                    <a:cubicBezTo>
                      <a:pt x="77" y="1"/>
                      <a:pt x="73" y="0"/>
                      <a:pt x="74" y="4"/>
                    </a:cubicBezTo>
                    <a:cubicBezTo>
                      <a:pt x="74" y="4"/>
                      <a:pt x="73" y="22"/>
                      <a:pt x="65" y="26"/>
                    </a:cubicBezTo>
                    <a:cubicBezTo>
                      <a:pt x="65" y="26"/>
                      <a:pt x="54" y="28"/>
                      <a:pt x="54" y="31"/>
                    </a:cubicBezTo>
                    <a:cubicBezTo>
                      <a:pt x="54" y="31"/>
                      <a:pt x="48" y="31"/>
                      <a:pt x="45" y="31"/>
                    </a:cubicBezTo>
                    <a:cubicBezTo>
                      <a:pt x="45" y="31"/>
                      <a:pt x="40" y="30"/>
                      <a:pt x="42" y="35"/>
                    </a:cubicBezTo>
                    <a:cubicBezTo>
                      <a:pt x="42" y="35"/>
                      <a:pt x="43" y="41"/>
                      <a:pt x="53" y="39"/>
                    </a:cubicBezTo>
                    <a:cubicBezTo>
                      <a:pt x="53" y="39"/>
                      <a:pt x="53" y="43"/>
                      <a:pt x="50" y="46"/>
                    </a:cubicBezTo>
                    <a:cubicBezTo>
                      <a:pt x="50" y="46"/>
                      <a:pt x="45" y="48"/>
                      <a:pt x="49" y="51"/>
                    </a:cubicBezTo>
                    <a:cubicBezTo>
                      <a:pt x="49" y="51"/>
                      <a:pt x="54" y="52"/>
                      <a:pt x="56" y="48"/>
                    </a:cubicBezTo>
                    <a:cubicBezTo>
                      <a:pt x="56" y="48"/>
                      <a:pt x="58" y="49"/>
                      <a:pt x="56" y="54"/>
                    </a:cubicBezTo>
                    <a:cubicBezTo>
                      <a:pt x="52" y="60"/>
                      <a:pt x="52" y="60"/>
                      <a:pt x="52" y="60"/>
                    </a:cubicBezTo>
                    <a:cubicBezTo>
                      <a:pt x="52" y="60"/>
                      <a:pt x="40" y="58"/>
                      <a:pt x="42" y="61"/>
                    </a:cubicBezTo>
                    <a:cubicBezTo>
                      <a:pt x="42" y="61"/>
                      <a:pt x="43" y="64"/>
                      <a:pt x="46" y="65"/>
                    </a:cubicBezTo>
                    <a:cubicBezTo>
                      <a:pt x="46" y="65"/>
                      <a:pt x="42" y="74"/>
                      <a:pt x="37" y="78"/>
                    </a:cubicBezTo>
                    <a:cubicBezTo>
                      <a:pt x="37" y="78"/>
                      <a:pt x="34" y="80"/>
                      <a:pt x="38" y="82"/>
                    </a:cubicBezTo>
                    <a:cubicBezTo>
                      <a:pt x="38" y="82"/>
                      <a:pt x="39" y="85"/>
                      <a:pt x="43" y="80"/>
                    </a:cubicBezTo>
                    <a:cubicBezTo>
                      <a:pt x="43" y="80"/>
                      <a:pt x="48" y="77"/>
                      <a:pt x="51" y="70"/>
                    </a:cubicBezTo>
                    <a:cubicBezTo>
                      <a:pt x="51" y="70"/>
                      <a:pt x="60" y="71"/>
                      <a:pt x="62" y="76"/>
                    </a:cubicBezTo>
                    <a:cubicBezTo>
                      <a:pt x="62" y="76"/>
                      <a:pt x="57" y="81"/>
                      <a:pt x="61" y="85"/>
                    </a:cubicBezTo>
                    <a:cubicBezTo>
                      <a:pt x="61" y="85"/>
                      <a:pt x="66" y="86"/>
                      <a:pt x="69" y="81"/>
                    </a:cubicBezTo>
                    <a:cubicBezTo>
                      <a:pt x="69" y="81"/>
                      <a:pt x="76" y="80"/>
                      <a:pt x="76" y="82"/>
                    </a:cubicBezTo>
                    <a:cubicBezTo>
                      <a:pt x="76" y="82"/>
                      <a:pt x="71" y="85"/>
                      <a:pt x="66" y="88"/>
                    </a:cubicBezTo>
                    <a:cubicBezTo>
                      <a:pt x="21" y="111"/>
                      <a:pt x="21" y="111"/>
                      <a:pt x="21" y="111"/>
                    </a:cubicBezTo>
                    <a:cubicBezTo>
                      <a:pt x="21" y="111"/>
                      <a:pt x="10" y="117"/>
                      <a:pt x="5" y="120"/>
                    </a:cubicBezTo>
                    <a:cubicBezTo>
                      <a:pt x="5" y="120"/>
                      <a:pt x="0" y="126"/>
                      <a:pt x="8" y="126"/>
                    </a:cubicBezTo>
                    <a:cubicBezTo>
                      <a:pt x="8" y="126"/>
                      <a:pt x="25" y="128"/>
                      <a:pt x="52" y="109"/>
                    </a:cubicBezTo>
                    <a:cubicBezTo>
                      <a:pt x="52" y="109"/>
                      <a:pt x="68" y="99"/>
                      <a:pt x="75" y="91"/>
                    </a:cubicBezTo>
                    <a:cubicBezTo>
                      <a:pt x="75" y="91"/>
                      <a:pt x="80" y="91"/>
                      <a:pt x="82" y="87"/>
                    </a:cubicBezTo>
                    <a:cubicBezTo>
                      <a:pt x="82" y="87"/>
                      <a:pt x="83" y="90"/>
                      <a:pt x="81" y="93"/>
                    </a:cubicBezTo>
                    <a:cubicBezTo>
                      <a:pt x="81" y="93"/>
                      <a:pt x="79" y="94"/>
                      <a:pt x="79" y="96"/>
                    </a:cubicBezTo>
                    <a:cubicBezTo>
                      <a:pt x="79" y="96"/>
                      <a:pt x="72" y="102"/>
                      <a:pt x="69" y="108"/>
                    </a:cubicBezTo>
                    <a:cubicBezTo>
                      <a:pt x="69" y="108"/>
                      <a:pt x="58" y="111"/>
                      <a:pt x="60" y="118"/>
                    </a:cubicBezTo>
                    <a:cubicBezTo>
                      <a:pt x="60" y="118"/>
                      <a:pt x="61" y="121"/>
                      <a:pt x="67" y="116"/>
                    </a:cubicBezTo>
                    <a:cubicBezTo>
                      <a:pt x="67" y="116"/>
                      <a:pt x="76" y="111"/>
                      <a:pt x="79" y="111"/>
                    </a:cubicBezTo>
                    <a:cubicBezTo>
                      <a:pt x="79" y="111"/>
                      <a:pt x="83" y="112"/>
                      <a:pt x="86" y="106"/>
                    </a:cubicBezTo>
                    <a:cubicBezTo>
                      <a:pt x="86" y="106"/>
                      <a:pt x="104" y="99"/>
                      <a:pt x="101" y="80"/>
                    </a:cubicBezTo>
                    <a:cubicBezTo>
                      <a:pt x="101" y="80"/>
                      <a:pt x="100" y="78"/>
                      <a:pt x="87" y="79"/>
                    </a:cubicBezTo>
                    <a:cubicBezTo>
                      <a:pt x="87" y="79"/>
                      <a:pt x="85" y="77"/>
                      <a:pt x="88" y="75"/>
                    </a:cubicBezTo>
                    <a:cubicBezTo>
                      <a:pt x="88" y="75"/>
                      <a:pt x="102" y="68"/>
                      <a:pt x="115" y="38"/>
                    </a:cubicBezTo>
                    <a:close/>
                    <a:moveTo>
                      <a:pt x="86" y="60"/>
                    </a:moveTo>
                    <a:cubicBezTo>
                      <a:pt x="80" y="65"/>
                      <a:pt x="80" y="70"/>
                      <a:pt x="80" y="70"/>
                    </a:cubicBezTo>
                    <a:cubicBezTo>
                      <a:pt x="74" y="75"/>
                      <a:pt x="75" y="67"/>
                      <a:pt x="75" y="67"/>
                    </a:cubicBezTo>
                    <a:cubicBezTo>
                      <a:pt x="74" y="59"/>
                      <a:pt x="71" y="56"/>
                      <a:pt x="71" y="56"/>
                    </a:cubicBezTo>
                    <a:cubicBezTo>
                      <a:pt x="68" y="56"/>
                      <a:pt x="67" y="60"/>
                      <a:pt x="67" y="60"/>
                    </a:cubicBezTo>
                    <a:cubicBezTo>
                      <a:pt x="67" y="66"/>
                      <a:pt x="67" y="66"/>
                      <a:pt x="67" y="66"/>
                    </a:cubicBezTo>
                    <a:cubicBezTo>
                      <a:pt x="62" y="70"/>
                      <a:pt x="60" y="64"/>
                      <a:pt x="60" y="64"/>
                    </a:cubicBezTo>
                    <a:cubicBezTo>
                      <a:pt x="60" y="57"/>
                      <a:pt x="65" y="53"/>
                      <a:pt x="65" y="53"/>
                    </a:cubicBezTo>
                    <a:cubicBezTo>
                      <a:pt x="72" y="42"/>
                      <a:pt x="72" y="42"/>
                      <a:pt x="72" y="42"/>
                    </a:cubicBezTo>
                    <a:cubicBezTo>
                      <a:pt x="77" y="44"/>
                      <a:pt x="93" y="47"/>
                      <a:pt x="93" y="47"/>
                    </a:cubicBezTo>
                    <a:cubicBezTo>
                      <a:pt x="92" y="56"/>
                      <a:pt x="86" y="60"/>
                      <a:pt x="8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7" name="Freeform 47"/>
              <p:cNvSpPr>
                <a:spLocks noEditPoints="1"/>
              </p:cNvSpPr>
              <p:nvPr/>
            </p:nvSpPr>
            <p:spPr bwMode="auto">
              <a:xfrm>
                <a:off x="2122488" y="996950"/>
                <a:ext cx="109537" cy="142875"/>
              </a:xfrm>
              <a:custGeom>
                <a:avLst/>
                <a:gdLst>
                  <a:gd name="T0" fmla="*/ 12 w 33"/>
                  <a:gd name="T1" fmla="*/ 23 h 43"/>
                  <a:gd name="T2" fmla="*/ 12 w 33"/>
                  <a:gd name="T3" fmla="*/ 35 h 43"/>
                  <a:gd name="T4" fmla="*/ 13 w 33"/>
                  <a:gd name="T5" fmla="*/ 40 h 43"/>
                  <a:gd name="T6" fmla="*/ 17 w 33"/>
                  <a:gd name="T7" fmla="*/ 42 h 43"/>
                  <a:gd name="T8" fmla="*/ 19 w 33"/>
                  <a:gd name="T9" fmla="*/ 42 h 43"/>
                  <a:gd name="T10" fmla="*/ 19 w 33"/>
                  <a:gd name="T11" fmla="*/ 43 h 43"/>
                  <a:gd name="T12" fmla="*/ 0 w 33"/>
                  <a:gd name="T13" fmla="*/ 43 h 43"/>
                  <a:gd name="T14" fmla="*/ 0 w 33"/>
                  <a:gd name="T15" fmla="*/ 42 h 43"/>
                  <a:gd name="T16" fmla="*/ 2 w 33"/>
                  <a:gd name="T17" fmla="*/ 42 h 43"/>
                  <a:gd name="T18" fmla="*/ 6 w 33"/>
                  <a:gd name="T19" fmla="*/ 40 h 43"/>
                  <a:gd name="T20" fmla="*/ 6 w 33"/>
                  <a:gd name="T21" fmla="*/ 35 h 43"/>
                  <a:gd name="T22" fmla="*/ 6 w 33"/>
                  <a:gd name="T23" fmla="*/ 8 h 43"/>
                  <a:gd name="T24" fmla="*/ 5 w 33"/>
                  <a:gd name="T25" fmla="*/ 2 h 43"/>
                  <a:gd name="T26" fmla="*/ 2 w 33"/>
                  <a:gd name="T27" fmla="*/ 1 h 43"/>
                  <a:gd name="T28" fmla="*/ 0 w 33"/>
                  <a:gd name="T29" fmla="*/ 1 h 43"/>
                  <a:gd name="T30" fmla="*/ 0 w 33"/>
                  <a:gd name="T31" fmla="*/ 0 h 43"/>
                  <a:gd name="T32" fmla="*/ 16 w 33"/>
                  <a:gd name="T33" fmla="*/ 0 h 43"/>
                  <a:gd name="T34" fmla="*/ 25 w 33"/>
                  <a:gd name="T35" fmla="*/ 1 h 43"/>
                  <a:gd name="T36" fmla="*/ 31 w 33"/>
                  <a:gd name="T37" fmla="*/ 5 h 43"/>
                  <a:gd name="T38" fmla="*/ 33 w 33"/>
                  <a:gd name="T39" fmla="*/ 12 h 43"/>
                  <a:gd name="T40" fmla="*/ 30 w 33"/>
                  <a:gd name="T41" fmla="*/ 20 h 43"/>
                  <a:gd name="T42" fmla="*/ 20 w 33"/>
                  <a:gd name="T43" fmla="*/ 24 h 43"/>
                  <a:gd name="T44" fmla="*/ 16 w 33"/>
                  <a:gd name="T45" fmla="*/ 24 h 43"/>
                  <a:gd name="T46" fmla="*/ 12 w 33"/>
                  <a:gd name="T47" fmla="*/ 23 h 43"/>
                  <a:gd name="T48" fmla="*/ 12 w 33"/>
                  <a:gd name="T49" fmla="*/ 21 h 43"/>
                  <a:gd name="T50" fmla="*/ 15 w 33"/>
                  <a:gd name="T51" fmla="*/ 22 h 43"/>
                  <a:gd name="T52" fmla="*/ 18 w 33"/>
                  <a:gd name="T53" fmla="*/ 22 h 43"/>
                  <a:gd name="T54" fmla="*/ 23 w 33"/>
                  <a:gd name="T55" fmla="*/ 19 h 43"/>
                  <a:gd name="T56" fmla="*/ 26 w 33"/>
                  <a:gd name="T57" fmla="*/ 12 h 43"/>
                  <a:gd name="T58" fmla="*/ 25 w 33"/>
                  <a:gd name="T59" fmla="*/ 7 h 43"/>
                  <a:gd name="T60" fmla="*/ 21 w 33"/>
                  <a:gd name="T61" fmla="*/ 4 h 43"/>
                  <a:gd name="T62" fmla="*/ 17 w 33"/>
                  <a:gd name="T63" fmla="*/ 2 h 43"/>
                  <a:gd name="T64" fmla="*/ 12 w 33"/>
                  <a:gd name="T65" fmla="*/ 3 h 43"/>
                  <a:gd name="T66" fmla="*/ 12 w 33"/>
                  <a:gd name="T67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33" h="43">
                    <a:moveTo>
                      <a:pt x="12" y="23"/>
                    </a:move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3" y="40"/>
                      <a:pt x="13" y="40"/>
                    </a:cubicBezTo>
                    <a:cubicBezTo>
                      <a:pt x="14" y="41"/>
                      <a:pt x="15" y="42"/>
                      <a:pt x="17" y="42"/>
                    </a:cubicBezTo>
                    <a:cubicBezTo>
                      <a:pt x="19" y="42"/>
                      <a:pt x="19" y="42"/>
                      <a:pt x="19" y="42"/>
                    </a:cubicBezTo>
                    <a:cubicBezTo>
                      <a:pt x="19" y="43"/>
                      <a:pt x="19" y="43"/>
                      <a:pt x="19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4" y="42"/>
                      <a:pt x="5" y="41"/>
                      <a:pt x="6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3"/>
                      <a:pt x="5" y="2"/>
                    </a:cubicBezTo>
                    <a:cubicBezTo>
                      <a:pt x="5" y="2"/>
                      <a:pt x="3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0" y="0"/>
                      <a:pt x="23" y="0"/>
                      <a:pt x="25" y="1"/>
                    </a:cubicBezTo>
                    <a:cubicBezTo>
                      <a:pt x="27" y="2"/>
                      <a:pt x="29" y="3"/>
                      <a:pt x="31" y="5"/>
                    </a:cubicBezTo>
                    <a:cubicBezTo>
                      <a:pt x="32" y="7"/>
                      <a:pt x="33" y="9"/>
                      <a:pt x="33" y="12"/>
                    </a:cubicBezTo>
                    <a:cubicBezTo>
                      <a:pt x="33" y="15"/>
                      <a:pt x="32" y="18"/>
                      <a:pt x="30" y="20"/>
                    </a:cubicBezTo>
                    <a:cubicBezTo>
                      <a:pt x="27" y="23"/>
                      <a:pt x="24" y="24"/>
                      <a:pt x="20" y="24"/>
                    </a:cubicBezTo>
                    <a:cubicBezTo>
                      <a:pt x="19" y="24"/>
                      <a:pt x="18" y="24"/>
                      <a:pt x="16" y="24"/>
                    </a:cubicBezTo>
                    <a:cubicBezTo>
                      <a:pt x="15" y="23"/>
                      <a:pt x="14" y="23"/>
                      <a:pt x="12" y="23"/>
                    </a:cubicBezTo>
                    <a:close/>
                    <a:moveTo>
                      <a:pt x="12" y="21"/>
                    </a:moveTo>
                    <a:cubicBezTo>
                      <a:pt x="15" y="22"/>
                      <a:pt x="15" y="22"/>
                      <a:pt x="15" y="22"/>
                    </a:cubicBezTo>
                    <a:cubicBezTo>
                      <a:pt x="18" y="22"/>
                      <a:pt x="18" y="22"/>
                      <a:pt x="18" y="22"/>
                    </a:cubicBezTo>
                    <a:cubicBezTo>
                      <a:pt x="20" y="22"/>
                      <a:pt x="22" y="21"/>
                      <a:pt x="23" y="19"/>
                    </a:cubicBezTo>
                    <a:cubicBezTo>
                      <a:pt x="25" y="17"/>
                      <a:pt x="26" y="15"/>
                      <a:pt x="26" y="12"/>
                    </a:cubicBezTo>
                    <a:cubicBezTo>
                      <a:pt x="26" y="11"/>
                      <a:pt x="25" y="9"/>
                      <a:pt x="25" y="7"/>
                    </a:cubicBezTo>
                    <a:cubicBezTo>
                      <a:pt x="24" y="6"/>
                      <a:pt x="23" y="5"/>
                      <a:pt x="21" y="4"/>
                    </a:cubicBezTo>
                    <a:cubicBezTo>
                      <a:pt x="20" y="3"/>
                      <a:pt x="18" y="2"/>
                      <a:pt x="17" y="2"/>
                    </a:cubicBezTo>
                    <a:cubicBezTo>
                      <a:pt x="16" y="2"/>
                      <a:pt x="14" y="3"/>
                      <a:pt x="12" y="3"/>
                    </a:cubicBezTo>
                    <a:lnTo>
                      <a:pt x="12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8" name="Freeform 48"/>
              <p:cNvSpPr/>
              <p:nvPr/>
            </p:nvSpPr>
            <p:spPr bwMode="auto">
              <a:xfrm>
                <a:off x="2244725" y="996950"/>
                <a:ext cx="122237" cy="142875"/>
              </a:xfrm>
              <a:custGeom>
                <a:avLst/>
                <a:gdLst>
                  <a:gd name="T0" fmla="*/ 12 w 37"/>
                  <a:gd name="T1" fmla="*/ 2 h 43"/>
                  <a:gd name="T2" fmla="*/ 12 w 37"/>
                  <a:gd name="T3" fmla="*/ 19 h 43"/>
                  <a:gd name="T4" fmla="*/ 21 w 37"/>
                  <a:gd name="T5" fmla="*/ 19 h 43"/>
                  <a:gd name="T6" fmla="*/ 26 w 37"/>
                  <a:gd name="T7" fmla="*/ 18 h 43"/>
                  <a:gd name="T8" fmla="*/ 28 w 37"/>
                  <a:gd name="T9" fmla="*/ 16 h 43"/>
                  <a:gd name="T10" fmla="*/ 28 w 37"/>
                  <a:gd name="T11" fmla="*/ 13 h 43"/>
                  <a:gd name="T12" fmla="*/ 29 w 37"/>
                  <a:gd name="T13" fmla="*/ 13 h 43"/>
                  <a:gd name="T14" fmla="*/ 29 w 37"/>
                  <a:gd name="T15" fmla="*/ 28 h 43"/>
                  <a:gd name="T16" fmla="*/ 28 w 37"/>
                  <a:gd name="T17" fmla="*/ 28 h 43"/>
                  <a:gd name="T18" fmla="*/ 27 w 37"/>
                  <a:gd name="T19" fmla="*/ 24 h 43"/>
                  <a:gd name="T20" fmla="*/ 25 w 37"/>
                  <a:gd name="T21" fmla="*/ 22 h 43"/>
                  <a:gd name="T22" fmla="*/ 21 w 37"/>
                  <a:gd name="T23" fmla="*/ 22 h 43"/>
                  <a:gd name="T24" fmla="*/ 12 w 37"/>
                  <a:gd name="T25" fmla="*/ 22 h 43"/>
                  <a:gd name="T26" fmla="*/ 12 w 37"/>
                  <a:gd name="T27" fmla="*/ 36 h 43"/>
                  <a:gd name="T28" fmla="*/ 12 w 37"/>
                  <a:gd name="T29" fmla="*/ 39 h 43"/>
                  <a:gd name="T30" fmla="*/ 13 w 37"/>
                  <a:gd name="T31" fmla="*/ 40 h 43"/>
                  <a:gd name="T32" fmla="*/ 16 w 37"/>
                  <a:gd name="T33" fmla="*/ 41 h 43"/>
                  <a:gd name="T34" fmla="*/ 23 w 37"/>
                  <a:gd name="T35" fmla="*/ 41 h 43"/>
                  <a:gd name="T36" fmla="*/ 28 w 37"/>
                  <a:gd name="T37" fmla="*/ 40 h 43"/>
                  <a:gd name="T38" fmla="*/ 31 w 37"/>
                  <a:gd name="T39" fmla="*/ 38 h 43"/>
                  <a:gd name="T40" fmla="*/ 35 w 37"/>
                  <a:gd name="T41" fmla="*/ 32 h 43"/>
                  <a:gd name="T42" fmla="*/ 37 w 37"/>
                  <a:gd name="T43" fmla="*/ 32 h 43"/>
                  <a:gd name="T44" fmla="*/ 33 w 37"/>
                  <a:gd name="T45" fmla="*/ 43 h 43"/>
                  <a:gd name="T46" fmla="*/ 0 w 37"/>
                  <a:gd name="T47" fmla="*/ 43 h 43"/>
                  <a:gd name="T48" fmla="*/ 0 w 37"/>
                  <a:gd name="T49" fmla="*/ 42 h 43"/>
                  <a:gd name="T50" fmla="*/ 1 w 37"/>
                  <a:gd name="T51" fmla="*/ 42 h 43"/>
                  <a:gd name="T52" fmla="*/ 4 w 37"/>
                  <a:gd name="T53" fmla="*/ 41 h 43"/>
                  <a:gd name="T54" fmla="*/ 5 w 37"/>
                  <a:gd name="T55" fmla="*/ 40 h 43"/>
                  <a:gd name="T56" fmla="*/ 6 w 37"/>
                  <a:gd name="T57" fmla="*/ 35 h 43"/>
                  <a:gd name="T58" fmla="*/ 6 w 37"/>
                  <a:gd name="T59" fmla="*/ 7 h 43"/>
                  <a:gd name="T60" fmla="*/ 5 w 37"/>
                  <a:gd name="T61" fmla="*/ 2 h 43"/>
                  <a:gd name="T62" fmla="*/ 1 w 37"/>
                  <a:gd name="T63" fmla="*/ 1 h 43"/>
                  <a:gd name="T64" fmla="*/ 0 w 37"/>
                  <a:gd name="T65" fmla="*/ 1 h 43"/>
                  <a:gd name="T66" fmla="*/ 0 w 37"/>
                  <a:gd name="T67" fmla="*/ 0 h 43"/>
                  <a:gd name="T68" fmla="*/ 33 w 37"/>
                  <a:gd name="T69" fmla="*/ 0 h 43"/>
                  <a:gd name="T70" fmla="*/ 33 w 37"/>
                  <a:gd name="T71" fmla="*/ 9 h 43"/>
                  <a:gd name="T72" fmla="*/ 32 w 37"/>
                  <a:gd name="T73" fmla="*/ 9 h 43"/>
                  <a:gd name="T74" fmla="*/ 31 w 37"/>
                  <a:gd name="T75" fmla="*/ 5 h 43"/>
                  <a:gd name="T76" fmla="*/ 28 w 37"/>
                  <a:gd name="T77" fmla="*/ 3 h 43"/>
                  <a:gd name="T78" fmla="*/ 24 w 37"/>
                  <a:gd name="T79" fmla="*/ 2 h 43"/>
                  <a:gd name="T80" fmla="*/ 12 w 37"/>
                  <a:gd name="T81" fmla="*/ 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7" h="43">
                    <a:moveTo>
                      <a:pt x="12" y="2"/>
                    </a:moveTo>
                    <a:cubicBezTo>
                      <a:pt x="12" y="19"/>
                      <a:pt x="12" y="19"/>
                      <a:pt x="12" y="19"/>
                    </a:cubicBezTo>
                    <a:cubicBezTo>
                      <a:pt x="21" y="19"/>
                      <a:pt x="21" y="19"/>
                      <a:pt x="21" y="19"/>
                    </a:cubicBezTo>
                    <a:cubicBezTo>
                      <a:pt x="24" y="19"/>
                      <a:pt x="26" y="19"/>
                      <a:pt x="26" y="18"/>
                    </a:cubicBezTo>
                    <a:cubicBezTo>
                      <a:pt x="27" y="18"/>
                      <a:pt x="27" y="17"/>
                      <a:pt x="28" y="16"/>
                    </a:cubicBezTo>
                    <a:cubicBezTo>
                      <a:pt x="28" y="15"/>
                      <a:pt x="28" y="14"/>
                      <a:pt x="28" y="13"/>
                    </a:cubicBezTo>
                    <a:cubicBezTo>
                      <a:pt x="29" y="13"/>
                      <a:pt x="29" y="13"/>
                      <a:pt x="29" y="13"/>
                    </a:cubicBezTo>
                    <a:cubicBezTo>
                      <a:pt x="29" y="28"/>
                      <a:pt x="29" y="28"/>
                      <a:pt x="29" y="28"/>
                    </a:cubicBezTo>
                    <a:cubicBezTo>
                      <a:pt x="28" y="28"/>
                      <a:pt x="28" y="28"/>
                      <a:pt x="28" y="28"/>
                    </a:cubicBezTo>
                    <a:cubicBezTo>
                      <a:pt x="28" y="26"/>
                      <a:pt x="28" y="25"/>
                      <a:pt x="27" y="24"/>
                    </a:cubicBezTo>
                    <a:cubicBezTo>
                      <a:pt x="27" y="23"/>
                      <a:pt x="26" y="23"/>
                      <a:pt x="25" y="22"/>
                    </a:cubicBezTo>
                    <a:cubicBezTo>
                      <a:pt x="25" y="22"/>
                      <a:pt x="23" y="22"/>
                      <a:pt x="21" y="22"/>
                    </a:cubicBezTo>
                    <a:cubicBezTo>
                      <a:pt x="12" y="22"/>
                      <a:pt x="12" y="22"/>
                      <a:pt x="12" y="22"/>
                    </a:cubicBezTo>
                    <a:cubicBezTo>
                      <a:pt x="12" y="36"/>
                      <a:pt x="12" y="36"/>
                      <a:pt x="12" y="36"/>
                    </a:cubicBezTo>
                    <a:cubicBezTo>
                      <a:pt x="12" y="38"/>
                      <a:pt x="12" y="39"/>
                      <a:pt x="12" y="39"/>
                    </a:cubicBezTo>
                    <a:cubicBezTo>
                      <a:pt x="12" y="40"/>
                      <a:pt x="13" y="40"/>
                      <a:pt x="13" y="40"/>
                    </a:cubicBezTo>
                    <a:cubicBezTo>
                      <a:pt x="14" y="41"/>
                      <a:pt x="14" y="41"/>
                      <a:pt x="16" y="41"/>
                    </a:cubicBezTo>
                    <a:cubicBezTo>
                      <a:pt x="23" y="41"/>
                      <a:pt x="23" y="41"/>
                      <a:pt x="23" y="41"/>
                    </a:cubicBezTo>
                    <a:cubicBezTo>
                      <a:pt x="25" y="41"/>
                      <a:pt x="27" y="41"/>
                      <a:pt x="28" y="40"/>
                    </a:cubicBezTo>
                    <a:cubicBezTo>
                      <a:pt x="29" y="40"/>
                      <a:pt x="30" y="39"/>
                      <a:pt x="31" y="38"/>
                    </a:cubicBezTo>
                    <a:cubicBezTo>
                      <a:pt x="33" y="37"/>
                      <a:pt x="34" y="35"/>
                      <a:pt x="35" y="32"/>
                    </a:cubicBezTo>
                    <a:cubicBezTo>
                      <a:pt x="37" y="32"/>
                      <a:pt x="37" y="32"/>
                      <a:pt x="37" y="32"/>
                    </a:cubicBezTo>
                    <a:cubicBezTo>
                      <a:pt x="33" y="43"/>
                      <a:pt x="33" y="43"/>
                      <a:pt x="33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2" y="42"/>
                      <a:pt x="3" y="42"/>
                      <a:pt x="4" y="41"/>
                    </a:cubicBezTo>
                    <a:cubicBezTo>
                      <a:pt x="5" y="41"/>
                      <a:pt x="5" y="40"/>
                      <a:pt x="5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7"/>
                      <a:pt x="6" y="7"/>
                      <a:pt x="6" y="7"/>
                    </a:cubicBezTo>
                    <a:cubicBezTo>
                      <a:pt x="6" y="5"/>
                      <a:pt x="6" y="3"/>
                      <a:pt x="5" y="2"/>
                    </a:cubicBezTo>
                    <a:cubicBezTo>
                      <a:pt x="4" y="2"/>
                      <a:pt x="3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33" y="0"/>
                      <a:pt x="33" y="0"/>
                      <a:pt x="33" y="0"/>
                    </a:cubicBezTo>
                    <a:cubicBezTo>
                      <a:pt x="33" y="9"/>
                      <a:pt x="33" y="9"/>
                      <a:pt x="33" y="9"/>
                    </a:cubicBezTo>
                    <a:cubicBezTo>
                      <a:pt x="32" y="9"/>
                      <a:pt x="32" y="9"/>
                      <a:pt x="32" y="9"/>
                    </a:cubicBezTo>
                    <a:cubicBezTo>
                      <a:pt x="32" y="7"/>
                      <a:pt x="31" y="5"/>
                      <a:pt x="31" y="5"/>
                    </a:cubicBezTo>
                    <a:cubicBezTo>
                      <a:pt x="30" y="4"/>
                      <a:pt x="29" y="3"/>
                      <a:pt x="28" y="3"/>
                    </a:cubicBezTo>
                    <a:cubicBezTo>
                      <a:pt x="27" y="2"/>
                      <a:pt x="26" y="2"/>
                      <a:pt x="24" y="2"/>
                    </a:cubicBezTo>
                    <a:lnTo>
                      <a:pt x="12" y="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9" name="Freeform 49"/>
              <p:cNvSpPr/>
              <p:nvPr/>
            </p:nvSpPr>
            <p:spPr bwMode="auto">
              <a:xfrm>
                <a:off x="2374900" y="996950"/>
                <a:ext cx="153987" cy="142875"/>
              </a:xfrm>
              <a:custGeom>
                <a:avLst/>
                <a:gdLst>
                  <a:gd name="T0" fmla="*/ 19 w 47"/>
                  <a:gd name="T1" fmla="*/ 19 h 43"/>
                  <a:gd name="T2" fmla="*/ 35 w 47"/>
                  <a:gd name="T3" fmla="*/ 35 h 43"/>
                  <a:gd name="T4" fmla="*/ 41 w 47"/>
                  <a:gd name="T5" fmla="*/ 40 h 43"/>
                  <a:gd name="T6" fmla="*/ 47 w 47"/>
                  <a:gd name="T7" fmla="*/ 42 h 43"/>
                  <a:gd name="T8" fmla="*/ 47 w 47"/>
                  <a:gd name="T9" fmla="*/ 43 h 43"/>
                  <a:gd name="T10" fmla="*/ 26 w 47"/>
                  <a:gd name="T11" fmla="*/ 43 h 43"/>
                  <a:gd name="T12" fmla="*/ 26 w 47"/>
                  <a:gd name="T13" fmla="*/ 42 h 43"/>
                  <a:gd name="T14" fmla="*/ 29 w 47"/>
                  <a:gd name="T15" fmla="*/ 41 h 43"/>
                  <a:gd name="T16" fmla="*/ 30 w 47"/>
                  <a:gd name="T17" fmla="*/ 40 h 43"/>
                  <a:gd name="T18" fmla="*/ 29 w 47"/>
                  <a:gd name="T19" fmla="*/ 39 h 43"/>
                  <a:gd name="T20" fmla="*/ 27 w 47"/>
                  <a:gd name="T21" fmla="*/ 36 h 43"/>
                  <a:gd name="T22" fmla="*/ 13 w 47"/>
                  <a:gd name="T23" fmla="*/ 22 h 43"/>
                  <a:gd name="T24" fmla="*/ 13 w 47"/>
                  <a:gd name="T25" fmla="*/ 35 h 43"/>
                  <a:gd name="T26" fmla="*/ 13 w 47"/>
                  <a:gd name="T27" fmla="*/ 40 h 43"/>
                  <a:gd name="T28" fmla="*/ 14 w 47"/>
                  <a:gd name="T29" fmla="*/ 41 h 43"/>
                  <a:gd name="T30" fmla="*/ 17 w 47"/>
                  <a:gd name="T31" fmla="*/ 42 h 43"/>
                  <a:gd name="T32" fmla="*/ 19 w 47"/>
                  <a:gd name="T33" fmla="*/ 42 h 43"/>
                  <a:gd name="T34" fmla="*/ 19 w 47"/>
                  <a:gd name="T35" fmla="*/ 43 h 43"/>
                  <a:gd name="T36" fmla="*/ 0 w 47"/>
                  <a:gd name="T37" fmla="*/ 43 h 43"/>
                  <a:gd name="T38" fmla="*/ 0 w 47"/>
                  <a:gd name="T39" fmla="*/ 42 h 43"/>
                  <a:gd name="T40" fmla="*/ 2 w 47"/>
                  <a:gd name="T41" fmla="*/ 42 h 43"/>
                  <a:gd name="T42" fmla="*/ 6 w 47"/>
                  <a:gd name="T43" fmla="*/ 40 h 43"/>
                  <a:gd name="T44" fmla="*/ 6 w 47"/>
                  <a:gd name="T45" fmla="*/ 35 h 43"/>
                  <a:gd name="T46" fmla="*/ 6 w 47"/>
                  <a:gd name="T47" fmla="*/ 8 h 43"/>
                  <a:gd name="T48" fmla="*/ 6 w 47"/>
                  <a:gd name="T49" fmla="*/ 3 h 43"/>
                  <a:gd name="T50" fmla="*/ 5 w 47"/>
                  <a:gd name="T51" fmla="*/ 2 h 43"/>
                  <a:gd name="T52" fmla="*/ 2 w 47"/>
                  <a:gd name="T53" fmla="*/ 1 h 43"/>
                  <a:gd name="T54" fmla="*/ 0 w 47"/>
                  <a:gd name="T55" fmla="*/ 1 h 43"/>
                  <a:gd name="T56" fmla="*/ 0 w 47"/>
                  <a:gd name="T57" fmla="*/ 0 h 43"/>
                  <a:gd name="T58" fmla="*/ 19 w 47"/>
                  <a:gd name="T59" fmla="*/ 0 h 43"/>
                  <a:gd name="T60" fmla="*/ 19 w 47"/>
                  <a:gd name="T61" fmla="*/ 1 h 43"/>
                  <a:gd name="T62" fmla="*/ 17 w 47"/>
                  <a:gd name="T63" fmla="*/ 1 h 43"/>
                  <a:gd name="T64" fmla="*/ 14 w 47"/>
                  <a:gd name="T65" fmla="*/ 2 h 43"/>
                  <a:gd name="T66" fmla="*/ 13 w 47"/>
                  <a:gd name="T67" fmla="*/ 3 h 43"/>
                  <a:gd name="T68" fmla="*/ 13 w 47"/>
                  <a:gd name="T69" fmla="*/ 8 h 43"/>
                  <a:gd name="T70" fmla="*/ 13 w 47"/>
                  <a:gd name="T71" fmla="*/ 21 h 43"/>
                  <a:gd name="T72" fmla="*/ 17 w 47"/>
                  <a:gd name="T73" fmla="*/ 17 h 43"/>
                  <a:gd name="T74" fmla="*/ 28 w 47"/>
                  <a:gd name="T75" fmla="*/ 5 h 43"/>
                  <a:gd name="T76" fmla="*/ 29 w 47"/>
                  <a:gd name="T77" fmla="*/ 3 h 43"/>
                  <a:gd name="T78" fmla="*/ 28 w 47"/>
                  <a:gd name="T79" fmla="*/ 2 h 43"/>
                  <a:gd name="T80" fmla="*/ 26 w 47"/>
                  <a:gd name="T81" fmla="*/ 1 h 43"/>
                  <a:gd name="T82" fmla="*/ 25 w 47"/>
                  <a:gd name="T83" fmla="*/ 1 h 43"/>
                  <a:gd name="T84" fmla="*/ 25 w 47"/>
                  <a:gd name="T85" fmla="*/ 0 h 43"/>
                  <a:gd name="T86" fmla="*/ 41 w 47"/>
                  <a:gd name="T87" fmla="*/ 0 h 43"/>
                  <a:gd name="T88" fmla="*/ 41 w 47"/>
                  <a:gd name="T89" fmla="*/ 1 h 43"/>
                  <a:gd name="T90" fmla="*/ 39 w 47"/>
                  <a:gd name="T91" fmla="*/ 1 h 43"/>
                  <a:gd name="T92" fmla="*/ 36 w 47"/>
                  <a:gd name="T93" fmla="*/ 3 h 43"/>
                  <a:gd name="T94" fmla="*/ 32 w 47"/>
                  <a:gd name="T95" fmla="*/ 6 h 43"/>
                  <a:gd name="T96" fmla="*/ 25 w 47"/>
                  <a:gd name="T97" fmla="*/ 13 h 43"/>
                  <a:gd name="T98" fmla="*/ 19 w 47"/>
                  <a:gd name="T99" fmla="*/ 19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47" h="43">
                    <a:moveTo>
                      <a:pt x="19" y="19"/>
                    </a:moveTo>
                    <a:cubicBezTo>
                      <a:pt x="35" y="35"/>
                      <a:pt x="35" y="35"/>
                      <a:pt x="35" y="35"/>
                    </a:cubicBezTo>
                    <a:cubicBezTo>
                      <a:pt x="37" y="38"/>
                      <a:pt x="39" y="39"/>
                      <a:pt x="41" y="40"/>
                    </a:cubicBezTo>
                    <a:cubicBezTo>
                      <a:pt x="43" y="41"/>
                      <a:pt x="45" y="42"/>
                      <a:pt x="47" y="42"/>
                    </a:cubicBezTo>
                    <a:cubicBezTo>
                      <a:pt x="47" y="43"/>
                      <a:pt x="47" y="43"/>
                      <a:pt x="47" y="43"/>
                    </a:cubicBezTo>
                    <a:cubicBezTo>
                      <a:pt x="26" y="43"/>
                      <a:pt x="26" y="43"/>
                      <a:pt x="26" y="43"/>
                    </a:cubicBezTo>
                    <a:cubicBezTo>
                      <a:pt x="26" y="42"/>
                      <a:pt x="26" y="42"/>
                      <a:pt x="26" y="42"/>
                    </a:cubicBezTo>
                    <a:cubicBezTo>
                      <a:pt x="27" y="42"/>
                      <a:pt x="28" y="42"/>
                      <a:pt x="29" y="41"/>
                    </a:cubicBezTo>
                    <a:cubicBezTo>
                      <a:pt x="29" y="41"/>
                      <a:pt x="30" y="40"/>
                      <a:pt x="30" y="40"/>
                    </a:cubicBezTo>
                    <a:cubicBezTo>
                      <a:pt x="30" y="39"/>
                      <a:pt x="30" y="39"/>
                      <a:pt x="29" y="39"/>
                    </a:cubicBezTo>
                    <a:cubicBezTo>
                      <a:pt x="29" y="38"/>
                      <a:pt x="29" y="37"/>
                      <a:pt x="27" y="36"/>
                    </a:cubicBezTo>
                    <a:cubicBezTo>
                      <a:pt x="13" y="22"/>
                      <a:pt x="13" y="22"/>
                      <a:pt x="13" y="22"/>
                    </a:cubicBezTo>
                    <a:cubicBezTo>
                      <a:pt x="13" y="35"/>
                      <a:pt x="13" y="35"/>
                      <a:pt x="13" y="35"/>
                    </a:cubicBezTo>
                    <a:cubicBezTo>
                      <a:pt x="13" y="38"/>
                      <a:pt x="13" y="39"/>
                      <a:pt x="13" y="40"/>
                    </a:cubicBezTo>
                    <a:cubicBezTo>
                      <a:pt x="13" y="40"/>
                      <a:pt x="14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cubicBezTo>
                      <a:pt x="19" y="42"/>
                      <a:pt x="19" y="42"/>
                      <a:pt x="19" y="42"/>
                    </a:cubicBezTo>
                    <a:cubicBezTo>
                      <a:pt x="19" y="43"/>
                      <a:pt x="19" y="43"/>
                      <a:pt x="19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4" y="42"/>
                      <a:pt x="5" y="41"/>
                      <a:pt x="6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6" y="3"/>
                      <a:pt x="5" y="2"/>
                      <a:pt x="5" y="2"/>
                    </a:cubicBezTo>
                    <a:cubicBezTo>
                      <a:pt x="4" y="1"/>
                      <a:pt x="3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6" y="1"/>
                      <a:pt x="15" y="1"/>
                      <a:pt x="14" y="2"/>
                    </a:cubicBezTo>
                    <a:cubicBezTo>
                      <a:pt x="14" y="2"/>
                      <a:pt x="13" y="3"/>
                      <a:pt x="13" y="3"/>
                    </a:cubicBezTo>
                    <a:cubicBezTo>
                      <a:pt x="13" y="4"/>
                      <a:pt x="13" y="5"/>
                      <a:pt x="13" y="8"/>
                    </a:cubicBezTo>
                    <a:cubicBezTo>
                      <a:pt x="13" y="21"/>
                      <a:pt x="13" y="21"/>
                      <a:pt x="13" y="21"/>
                    </a:cubicBezTo>
                    <a:cubicBezTo>
                      <a:pt x="17" y="17"/>
                      <a:pt x="17" y="17"/>
                      <a:pt x="17" y="17"/>
                    </a:cubicBezTo>
                    <a:cubicBezTo>
                      <a:pt x="23" y="11"/>
                      <a:pt x="27" y="7"/>
                      <a:pt x="28" y="5"/>
                    </a:cubicBezTo>
                    <a:cubicBezTo>
                      <a:pt x="29" y="4"/>
                      <a:pt x="29" y="4"/>
                      <a:pt x="29" y="3"/>
                    </a:cubicBezTo>
                    <a:cubicBezTo>
                      <a:pt x="29" y="2"/>
                      <a:pt x="29" y="2"/>
                      <a:pt x="28" y="2"/>
                    </a:cubicBezTo>
                    <a:cubicBezTo>
                      <a:pt x="28" y="1"/>
                      <a:pt x="27" y="1"/>
                      <a:pt x="26" y="1"/>
                    </a:cubicBezTo>
                    <a:cubicBezTo>
                      <a:pt x="25" y="1"/>
                      <a:pt x="25" y="1"/>
                      <a:pt x="25" y="1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0" y="1"/>
                      <a:pt x="39" y="1"/>
                      <a:pt x="39" y="1"/>
                    </a:cubicBezTo>
                    <a:cubicBezTo>
                      <a:pt x="38" y="2"/>
                      <a:pt x="37" y="2"/>
                      <a:pt x="36" y="3"/>
                    </a:cubicBezTo>
                    <a:cubicBezTo>
                      <a:pt x="35" y="3"/>
                      <a:pt x="33" y="5"/>
                      <a:pt x="32" y="6"/>
                    </a:cubicBezTo>
                    <a:cubicBezTo>
                      <a:pt x="25" y="13"/>
                      <a:pt x="25" y="13"/>
                      <a:pt x="25" y="13"/>
                    </a:cubicBezTo>
                    <a:lnTo>
                      <a:pt x="19" y="1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0" name="Freeform 50"/>
              <p:cNvSpPr/>
              <p:nvPr/>
            </p:nvSpPr>
            <p:spPr bwMode="auto">
              <a:xfrm>
                <a:off x="2532063" y="996950"/>
                <a:ext cx="60325" cy="142875"/>
              </a:xfrm>
              <a:custGeom>
                <a:avLst/>
                <a:gdLst>
                  <a:gd name="T0" fmla="*/ 18 w 18"/>
                  <a:gd name="T1" fmla="*/ 42 h 43"/>
                  <a:gd name="T2" fmla="*/ 18 w 18"/>
                  <a:gd name="T3" fmla="*/ 43 h 43"/>
                  <a:gd name="T4" fmla="*/ 0 w 18"/>
                  <a:gd name="T5" fmla="*/ 43 h 43"/>
                  <a:gd name="T6" fmla="*/ 0 w 18"/>
                  <a:gd name="T7" fmla="*/ 42 h 43"/>
                  <a:gd name="T8" fmla="*/ 1 w 18"/>
                  <a:gd name="T9" fmla="*/ 42 h 43"/>
                  <a:gd name="T10" fmla="*/ 5 w 18"/>
                  <a:gd name="T11" fmla="*/ 40 h 43"/>
                  <a:gd name="T12" fmla="*/ 6 w 18"/>
                  <a:gd name="T13" fmla="*/ 35 h 43"/>
                  <a:gd name="T14" fmla="*/ 6 w 18"/>
                  <a:gd name="T15" fmla="*/ 8 h 43"/>
                  <a:gd name="T16" fmla="*/ 6 w 18"/>
                  <a:gd name="T17" fmla="*/ 3 h 43"/>
                  <a:gd name="T18" fmla="*/ 4 w 18"/>
                  <a:gd name="T19" fmla="*/ 2 h 43"/>
                  <a:gd name="T20" fmla="*/ 1 w 18"/>
                  <a:gd name="T21" fmla="*/ 1 h 43"/>
                  <a:gd name="T22" fmla="*/ 0 w 18"/>
                  <a:gd name="T23" fmla="*/ 1 h 43"/>
                  <a:gd name="T24" fmla="*/ 0 w 18"/>
                  <a:gd name="T25" fmla="*/ 0 h 43"/>
                  <a:gd name="T26" fmla="*/ 18 w 18"/>
                  <a:gd name="T27" fmla="*/ 0 h 43"/>
                  <a:gd name="T28" fmla="*/ 18 w 18"/>
                  <a:gd name="T29" fmla="*/ 1 h 43"/>
                  <a:gd name="T30" fmla="*/ 17 w 18"/>
                  <a:gd name="T31" fmla="*/ 1 h 43"/>
                  <a:gd name="T32" fmla="*/ 13 w 18"/>
                  <a:gd name="T33" fmla="*/ 3 h 43"/>
                  <a:gd name="T34" fmla="*/ 12 w 18"/>
                  <a:gd name="T35" fmla="*/ 8 h 43"/>
                  <a:gd name="T36" fmla="*/ 12 w 18"/>
                  <a:gd name="T37" fmla="*/ 35 h 43"/>
                  <a:gd name="T38" fmla="*/ 13 w 18"/>
                  <a:gd name="T39" fmla="*/ 40 h 43"/>
                  <a:gd name="T40" fmla="*/ 14 w 18"/>
                  <a:gd name="T41" fmla="*/ 41 h 43"/>
                  <a:gd name="T42" fmla="*/ 17 w 18"/>
                  <a:gd name="T43" fmla="*/ 42 h 43"/>
                  <a:gd name="T44" fmla="*/ 18 w 18"/>
                  <a:gd name="T45" fmla="*/ 4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8" h="43">
                    <a:moveTo>
                      <a:pt x="18" y="42"/>
                    </a:moveTo>
                    <a:cubicBezTo>
                      <a:pt x="18" y="43"/>
                      <a:pt x="18" y="43"/>
                      <a:pt x="18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3" y="42"/>
                      <a:pt x="4" y="41"/>
                      <a:pt x="5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5" y="3"/>
                      <a:pt x="5" y="2"/>
                      <a:pt x="4" y="2"/>
                    </a:cubicBezTo>
                    <a:cubicBezTo>
                      <a:pt x="3" y="1"/>
                      <a:pt x="2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5" y="1"/>
                      <a:pt x="14" y="2"/>
                      <a:pt x="13" y="3"/>
                    </a:cubicBezTo>
                    <a:cubicBezTo>
                      <a:pt x="12" y="3"/>
                      <a:pt x="12" y="5"/>
                      <a:pt x="12" y="8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39"/>
                      <a:pt x="13" y="40"/>
                    </a:cubicBezTo>
                    <a:cubicBezTo>
                      <a:pt x="13" y="40"/>
                      <a:pt x="13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lnTo>
                      <a:pt x="18" y="4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1" name="Freeform 51"/>
              <p:cNvSpPr/>
              <p:nvPr/>
            </p:nvSpPr>
            <p:spPr bwMode="auto">
              <a:xfrm>
                <a:off x="2595563" y="996950"/>
                <a:ext cx="155575" cy="146050"/>
              </a:xfrm>
              <a:custGeom>
                <a:avLst/>
                <a:gdLst>
                  <a:gd name="T0" fmla="*/ 0 w 47"/>
                  <a:gd name="T1" fmla="*/ 0 h 44"/>
                  <a:gd name="T2" fmla="*/ 12 w 47"/>
                  <a:gd name="T3" fmla="*/ 0 h 44"/>
                  <a:gd name="T4" fmla="*/ 38 w 47"/>
                  <a:gd name="T5" fmla="*/ 32 h 44"/>
                  <a:gd name="T6" fmla="*/ 38 w 47"/>
                  <a:gd name="T7" fmla="*/ 7 h 44"/>
                  <a:gd name="T8" fmla="*/ 37 w 47"/>
                  <a:gd name="T9" fmla="*/ 2 h 44"/>
                  <a:gd name="T10" fmla="*/ 34 w 47"/>
                  <a:gd name="T11" fmla="*/ 1 h 44"/>
                  <a:gd name="T12" fmla="*/ 32 w 47"/>
                  <a:gd name="T13" fmla="*/ 1 h 44"/>
                  <a:gd name="T14" fmla="*/ 32 w 47"/>
                  <a:gd name="T15" fmla="*/ 0 h 44"/>
                  <a:gd name="T16" fmla="*/ 47 w 47"/>
                  <a:gd name="T17" fmla="*/ 0 h 44"/>
                  <a:gd name="T18" fmla="*/ 47 w 47"/>
                  <a:gd name="T19" fmla="*/ 1 h 44"/>
                  <a:gd name="T20" fmla="*/ 46 w 47"/>
                  <a:gd name="T21" fmla="*/ 1 h 44"/>
                  <a:gd name="T22" fmla="*/ 42 w 47"/>
                  <a:gd name="T23" fmla="*/ 3 h 44"/>
                  <a:gd name="T24" fmla="*/ 41 w 47"/>
                  <a:gd name="T25" fmla="*/ 4 h 44"/>
                  <a:gd name="T26" fmla="*/ 41 w 47"/>
                  <a:gd name="T27" fmla="*/ 7 h 44"/>
                  <a:gd name="T28" fmla="*/ 41 w 47"/>
                  <a:gd name="T29" fmla="*/ 44 h 44"/>
                  <a:gd name="T30" fmla="*/ 40 w 47"/>
                  <a:gd name="T31" fmla="*/ 44 h 44"/>
                  <a:gd name="T32" fmla="*/ 11 w 47"/>
                  <a:gd name="T33" fmla="*/ 9 h 44"/>
                  <a:gd name="T34" fmla="*/ 11 w 47"/>
                  <a:gd name="T35" fmla="*/ 36 h 44"/>
                  <a:gd name="T36" fmla="*/ 12 w 47"/>
                  <a:gd name="T37" fmla="*/ 41 h 44"/>
                  <a:gd name="T38" fmla="*/ 16 w 47"/>
                  <a:gd name="T39" fmla="*/ 42 h 44"/>
                  <a:gd name="T40" fmla="*/ 17 w 47"/>
                  <a:gd name="T41" fmla="*/ 42 h 44"/>
                  <a:gd name="T42" fmla="*/ 17 w 47"/>
                  <a:gd name="T43" fmla="*/ 43 h 44"/>
                  <a:gd name="T44" fmla="*/ 2 w 47"/>
                  <a:gd name="T45" fmla="*/ 43 h 44"/>
                  <a:gd name="T46" fmla="*/ 2 w 47"/>
                  <a:gd name="T47" fmla="*/ 42 h 44"/>
                  <a:gd name="T48" fmla="*/ 4 w 47"/>
                  <a:gd name="T49" fmla="*/ 42 h 44"/>
                  <a:gd name="T50" fmla="*/ 8 w 47"/>
                  <a:gd name="T51" fmla="*/ 40 h 44"/>
                  <a:gd name="T52" fmla="*/ 8 w 47"/>
                  <a:gd name="T53" fmla="*/ 39 h 44"/>
                  <a:gd name="T54" fmla="*/ 9 w 47"/>
                  <a:gd name="T55" fmla="*/ 36 h 44"/>
                  <a:gd name="T56" fmla="*/ 9 w 47"/>
                  <a:gd name="T57" fmla="*/ 6 h 44"/>
                  <a:gd name="T58" fmla="*/ 6 w 47"/>
                  <a:gd name="T59" fmla="*/ 3 h 44"/>
                  <a:gd name="T60" fmla="*/ 3 w 47"/>
                  <a:gd name="T61" fmla="*/ 1 h 44"/>
                  <a:gd name="T62" fmla="*/ 0 w 47"/>
                  <a:gd name="T63" fmla="*/ 1 h 44"/>
                  <a:gd name="T64" fmla="*/ 0 w 47"/>
                  <a:gd name="T6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47" h="44">
                    <a:moveTo>
                      <a:pt x="0" y="0"/>
                    </a:moveTo>
                    <a:cubicBezTo>
                      <a:pt x="12" y="0"/>
                      <a:pt x="12" y="0"/>
                      <a:pt x="12" y="0"/>
                    </a:cubicBezTo>
                    <a:cubicBezTo>
                      <a:pt x="38" y="32"/>
                      <a:pt x="38" y="32"/>
                      <a:pt x="38" y="32"/>
                    </a:cubicBezTo>
                    <a:cubicBezTo>
                      <a:pt x="38" y="7"/>
                      <a:pt x="38" y="7"/>
                      <a:pt x="38" y="7"/>
                    </a:cubicBezTo>
                    <a:cubicBezTo>
                      <a:pt x="38" y="5"/>
                      <a:pt x="38" y="3"/>
                      <a:pt x="37" y="2"/>
                    </a:cubicBezTo>
                    <a:cubicBezTo>
                      <a:pt x="36" y="2"/>
                      <a:pt x="35" y="1"/>
                      <a:pt x="34" y="1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2" y="0"/>
                      <a:pt x="32" y="0"/>
                      <a:pt x="3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4" y="1"/>
                      <a:pt x="42" y="2"/>
                      <a:pt x="42" y="3"/>
                    </a:cubicBezTo>
                    <a:cubicBezTo>
                      <a:pt x="41" y="3"/>
                      <a:pt x="41" y="4"/>
                      <a:pt x="41" y="4"/>
                    </a:cubicBezTo>
                    <a:cubicBezTo>
                      <a:pt x="41" y="5"/>
                      <a:pt x="41" y="6"/>
                      <a:pt x="41" y="7"/>
                    </a:cubicBezTo>
                    <a:cubicBezTo>
                      <a:pt x="41" y="44"/>
                      <a:pt x="41" y="44"/>
                      <a:pt x="41" y="44"/>
                    </a:cubicBezTo>
                    <a:cubicBezTo>
                      <a:pt x="40" y="44"/>
                      <a:pt x="40" y="44"/>
                      <a:pt x="40" y="44"/>
                    </a:cubicBezTo>
                    <a:cubicBezTo>
                      <a:pt x="11" y="9"/>
                      <a:pt x="11" y="9"/>
                      <a:pt x="11" y="9"/>
                    </a:cubicBezTo>
                    <a:cubicBezTo>
                      <a:pt x="11" y="36"/>
                      <a:pt x="11" y="36"/>
                      <a:pt x="11" y="36"/>
                    </a:cubicBezTo>
                    <a:cubicBezTo>
                      <a:pt x="11" y="38"/>
                      <a:pt x="12" y="40"/>
                      <a:pt x="12" y="41"/>
                    </a:cubicBezTo>
                    <a:cubicBezTo>
                      <a:pt x="13" y="41"/>
                      <a:pt x="14" y="42"/>
                      <a:pt x="16" y="42"/>
                    </a:cubicBezTo>
                    <a:cubicBezTo>
                      <a:pt x="17" y="42"/>
                      <a:pt x="17" y="42"/>
                      <a:pt x="17" y="42"/>
                    </a:cubicBezTo>
                    <a:cubicBezTo>
                      <a:pt x="17" y="43"/>
                      <a:pt x="17" y="43"/>
                      <a:pt x="17" y="4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4" y="42"/>
                      <a:pt x="4" y="42"/>
                      <a:pt x="4" y="42"/>
                    </a:cubicBezTo>
                    <a:cubicBezTo>
                      <a:pt x="6" y="42"/>
                      <a:pt x="7" y="41"/>
                      <a:pt x="8" y="40"/>
                    </a:cubicBezTo>
                    <a:cubicBezTo>
                      <a:pt x="8" y="40"/>
                      <a:pt x="8" y="39"/>
                      <a:pt x="8" y="39"/>
                    </a:cubicBezTo>
                    <a:cubicBezTo>
                      <a:pt x="8" y="38"/>
                      <a:pt x="9" y="37"/>
                      <a:pt x="9" y="36"/>
                    </a:cubicBezTo>
                    <a:cubicBezTo>
                      <a:pt x="9" y="6"/>
                      <a:pt x="9" y="6"/>
                      <a:pt x="9" y="6"/>
                    </a:cubicBezTo>
                    <a:cubicBezTo>
                      <a:pt x="7" y="4"/>
                      <a:pt x="6" y="3"/>
                      <a:pt x="6" y="3"/>
                    </a:cubicBezTo>
                    <a:cubicBezTo>
                      <a:pt x="5" y="2"/>
                      <a:pt x="4" y="2"/>
                      <a:pt x="3" y="1"/>
                    </a:cubicBezTo>
                    <a:cubicBezTo>
                      <a:pt x="2" y="1"/>
                      <a:pt x="1" y="1"/>
                      <a:pt x="0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2" name="Freeform 52"/>
              <p:cNvSpPr/>
              <p:nvPr/>
            </p:nvSpPr>
            <p:spPr bwMode="auto">
              <a:xfrm>
                <a:off x="2760663" y="993775"/>
                <a:ext cx="146050" cy="149225"/>
              </a:xfrm>
              <a:custGeom>
                <a:avLst/>
                <a:gdLst>
                  <a:gd name="T0" fmla="*/ 38 w 44"/>
                  <a:gd name="T1" fmla="*/ 0 h 45"/>
                  <a:gd name="T2" fmla="*/ 39 w 44"/>
                  <a:gd name="T3" fmla="*/ 14 h 45"/>
                  <a:gd name="T4" fmla="*/ 38 w 44"/>
                  <a:gd name="T5" fmla="*/ 14 h 45"/>
                  <a:gd name="T6" fmla="*/ 34 w 44"/>
                  <a:gd name="T7" fmla="*/ 6 h 45"/>
                  <a:gd name="T8" fmla="*/ 24 w 44"/>
                  <a:gd name="T9" fmla="*/ 2 h 45"/>
                  <a:gd name="T10" fmla="*/ 11 w 44"/>
                  <a:gd name="T11" fmla="*/ 9 h 45"/>
                  <a:gd name="T12" fmla="*/ 8 w 44"/>
                  <a:gd name="T13" fmla="*/ 22 h 45"/>
                  <a:gd name="T14" fmla="*/ 10 w 44"/>
                  <a:gd name="T15" fmla="*/ 33 h 45"/>
                  <a:gd name="T16" fmla="*/ 16 w 44"/>
                  <a:gd name="T17" fmla="*/ 40 h 45"/>
                  <a:gd name="T18" fmla="*/ 24 w 44"/>
                  <a:gd name="T19" fmla="*/ 43 h 45"/>
                  <a:gd name="T20" fmla="*/ 29 w 44"/>
                  <a:gd name="T21" fmla="*/ 42 h 45"/>
                  <a:gd name="T22" fmla="*/ 33 w 44"/>
                  <a:gd name="T23" fmla="*/ 40 h 45"/>
                  <a:gd name="T24" fmla="*/ 33 w 44"/>
                  <a:gd name="T25" fmla="*/ 28 h 45"/>
                  <a:gd name="T26" fmla="*/ 33 w 44"/>
                  <a:gd name="T27" fmla="*/ 24 h 45"/>
                  <a:gd name="T28" fmla="*/ 31 w 44"/>
                  <a:gd name="T29" fmla="*/ 22 h 45"/>
                  <a:gd name="T30" fmla="*/ 27 w 44"/>
                  <a:gd name="T31" fmla="*/ 22 h 45"/>
                  <a:gd name="T32" fmla="*/ 27 w 44"/>
                  <a:gd name="T33" fmla="*/ 21 h 45"/>
                  <a:gd name="T34" fmla="*/ 44 w 44"/>
                  <a:gd name="T35" fmla="*/ 21 h 45"/>
                  <a:gd name="T36" fmla="*/ 44 w 44"/>
                  <a:gd name="T37" fmla="*/ 22 h 45"/>
                  <a:gd name="T38" fmla="*/ 43 w 44"/>
                  <a:gd name="T39" fmla="*/ 22 h 45"/>
                  <a:gd name="T40" fmla="*/ 40 w 44"/>
                  <a:gd name="T41" fmla="*/ 23 h 45"/>
                  <a:gd name="T42" fmla="*/ 39 w 44"/>
                  <a:gd name="T43" fmla="*/ 25 h 45"/>
                  <a:gd name="T44" fmla="*/ 39 w 44"/>
                  <a:gd name="T45" fmla="*/ 28 h 45"/>
                  <a:gd name="T46" fmla="*/ 39 w 44"/>
                  <a:gd name="T47" fmla="*/ 41 h 45"/>
                  <a:gd name="T48" fmla="*/ 32 w 44"/>
                  <a:gd name="T49" fmla="*/ 44 h 45"/>
                  <a:gd name="T50" fmla="*/ 24 w 44"/>
                  <a:gd name="T51" fmla="*/ 45 h 45"/>
                  <a:gd name="T52" fmla="*/ 5 w 44"/>
                  <a:gd name="T53" fmla="*/ 37 h 45"/>
                  <a:gd name="T54" fmla="*/ 0 w 44"/>
                  <a:gd name="T55" fmla="*/ 23 h 45"/>
                  <a:gd name="T56" fmla="*/ 1 w 44"/>
                  <a:gd name="T57" fmla="*/ 18 h 45"/>
                  <a:gd name="T58" fmla="*/ 3 w 44"/>
                  <a:gd name="T59" fmla="*/ 12 h 45"/>
                  <a:gd name="T60" fmla="*/ 12 w 44"/>
                  <a:gd name="T61" fmla="*/ 3 h 45"/>
                  <a:gd name="T62" fmla="*/ 23 w 44"/>
                  <a:gd name="T63" fmla="*/ 0 h 45"/>
                  <a:gd name="T64" fmla="*/ 27 w 44"/>
                  <a:gd name="T65" fmla="*/ 0 h 45"/>
                  <a:gd name="T66" fmla="*/ 33 w 44"/>
                  <a:gd name="T67" fmla="*/ 2 h 45"/>
                  <a:gd name="T68" fmla="*/ 35 w 44"/>
                  <a:gd name="T69" fmla="*/ 3 h 45"/>
                  <a:gd name="T70" fmla="*/ 36 w 44"/>
                  <a:gd name="T71" fmla="*/ 2 h 45"/>
                  <a:gd name="T72" fmla="*/ 37 w 44"/>
                  <a:gd name="T73" fmla="*/ 0 h 45"/>
                  <a:gd name="T74" fmla="*/ 38 w 44"/>
                  <a:gd name="T75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4" h="45">
                    <a:moveTo>
                      <a:pt x="38" y="0"/>
                    </a:moveTo>
                    <a:cubicBezTo>
                      <a:pt x="39" y="14"/>
                      <a:pt x="39" y="14"/>
                      <a:pt x="39" y="14"/>
                    </a:cubicBezTo>
                    <a:cubicBezTo>
                      <a:pt x="38" y="14"/>
                      <a:pt x="38" y="14"/>
                      <a:pt x="38" y="14"/>
                    </a:cubicBezTo>
                    <a:cubicBezTo>
                      <a:pt x="37" y="10"/>
                      <a:pt x="35" y="8"/>
                      <a:pt x="34" y="6"/>
                    </a:cubicBezTo>
                    <a:cubicBezTo>
                      <a:pt x="31" y="3"/>
                      <a:pt x="28" y="2"/>
                      <a:pt x="24" y="2"/>
                    </a:cubicBezTo>
                    <a:cubicBezTo>
                      <a:pt x="18" y="2"/>
                      <a:pt x="14" y="4"/>
                      <a:pt x="11" y="9"/>
                    </a:cubicBezTo>
                    <a:cubicBezTo>
                      <a:pt x="9" y="12"/>
                      <a:pt x="8" y="17"/>
                      <a:pt x="8" y="22"/>
                    </a:cubicBezTo>
                    <a:cubicBezTo>
                      <a:pt x="8" y="26"/>
                      <a:pt x="8" y="30"/>
                      <a:pt x="10" y="33"/>
                    </a:cubicBezTo>
                    <a:cubicBezTo>
                      <a:pt x="12" y="36"/>
                      <a:pt x="14" y="39"/>
                      <a:pt x="16" y="40"/>
                    </a:cubicBezTo>
                    <a:cubicBezTo>
                      <a:pt x="19" y="42"/>
                      <a:pt x="21" y="43"/>
                      <a:pt x="24" y="43"/>
                    </a:cubicBezTo>
                    <a:cubicBezTo>
                      <a:pt x="26" y="43"/>
                      <a:pt x="27" y="43"/>
                      <a:pt x="29" y="42"/>
                    </a:cubicBezTo>
                    <a:cubicBezTo>
                      <a:pt x="30" y="42"/>
                      <a:pt x="32" y="41"/>
                      <a:pt x="33" y="40"/>
                    </a:cubicBezTo>
                    <a:cubicBezTo>
                      <a:pt x="33" y="28"/>
                      <a:pt x="33" y="28"/>
                      <a:pt x="33" y="28"/>
                    </a:cubicBezTo>
                    <a:cubicBezTo>
                      <a:pt x="33" y="26"/>
                      <a:pt x="33" y="24"/>
                      <a:pt x="33" y="24"/>
                    </a:cubicBezTo>
                    <a:cubicBezTo>
                      <a:pt x="32" y="23"/>
                      <a:pt x="32" y="23"/>
                      <a:pt x="31" y="22"/>
                    </a:cubicBezTo>
                    <a:cubicBezTo>
                      <a:pt x="30" y="22"/>
                      <a:pt x="29" y="22"/>
                      <a:pt x="27" y="22"/>
                    </a:cubicBezTo>
                    <a:cubicBezTo>
                      <a:pt x="27" y="21"/>
                      <a:pt x="27" y="21"/>
                      <a:pt x="27" y="21"/>
                    </a:cubicBezTo>
                    <a:cubicBezTo>
                      <a:pt x="44" y="21"/>
                      <a:pt x="44" y="21"/>
                      <a:pt x="44" y="21"/>
                    </a:cubicBezTo>
                    <a:cubicBezTo>
                      <a:pt x="44" y="22"/>
                      <a:pt x="44" y="22"/>
                      <a:pt x="44" y="22"/>
                    </a:cubicBezTo>
                    <a:cubicBezTo>
                      <a:pt x="43" y="22"/>
                      <a:pt x="43" y="22"/>
                      <a:pt x="43" y="22"/>
                    </a:cubicBezTo>
                    <a:cubicBezTo>
                      <a:pt x="42" y="22"/>
                      <a:pt x="41" y="22"/>
                      <a:pt x="40" y="23"/>
                    </a:cubicBezTo>
                    <a:cubicBezTo>
                      <a:pt x="40" y="24"/>
                      <a:pt x="40" y="24"/>
                      <a:pt x="39" y="25"/>
                    </a:cubicBezTo>
                    <a:cubicBezTo>
                      <a:pt x="39" y="26"/>
                      <a:pt x="39" y="27"/>
                      <a:pt x="39" y="28"/>
                    </a:cubicBezTo>
                    <a:cubicBezTo>
                      <a:pt x="39" y="41"/>
                      <a:pt x="39" y="41"/>
                      <a:pt x="39" y="41"/>
                    </a:cubicBezTo>
                    <a:cubicBezTo>
                      <a:pt x="37" y="43"/>
                      <a:pt x="34" y="43"/>
                      <a:pt x="32" y="44"/>
                    </a:cubicBezTo>
                    <a:cubicBezTo>
                      <a:pt x="30" y="45"/>
                      <a:pt x="27" y="45"/>
                      <a:pt x="24" y="45"/>
                    </a:cubicBezTo>
                    <a:cubicBezTo>
                      <a:pt x="16" y="45"/>
                      <a:pt x="9" y="42"/>
                      <a:pt x="5" y="37"/>
                    </a:cubicBezTo>
                    <a:cubicBezTo>
                      <a:pt x="2" y="33"/>
                      <a:pt x="0" y="28"/>
                      <a:pt x="0" y="23"/>
                    </a:cubicBezTo>
                    <a:cubicBezTo>
                      <a:pt x="0" y="21"/>
                      <a:pt x="0" y="19"/>
                      <a:pt x="1" y="18"/>
                    </a:cubicBezTo>
                    <a:cubicBezTo>
                      <a:pt x="1" y="16"/>
                      <a:pt x="2" y="14"/>
                      <a:pt x="3" y="12"/>
                    </a:cubicBezTo>
                    <a:cubicBezTo>
                      <a:pt x="5" y="8"/>
                      <a:pt x="8" y="5"/>
                      <a:pt x="12" y="3"/>
                    </a:cubicBezTo>
                    <a:cubicBezTo>
                      <a:pt x="15" y="1"/>
                      <a:pt x="19" y="0"/>
                      <a:pt x="23" y="0"/>
                    </a:cubicBezTo>
                    <a:cubicBezTo>
                      <a:pt x="25" y="0"/>
                      <a:pt x="26" y="0"/>
                      <a:pt x="27" y="0"/>
                    </a:cubicBezTo>
                    <a:cubicBezTo>
                      <a:pt x="29" y="1"/>
                      <a:pt x="31" y="1"/>
                      <a:pt x="33" y="2"/>
                    </a:cubicBezTo>
                    <a:cubicBezTo>
                      <a:pt x="34" y="2"/>
                      <a:pt x="35" y="3"/>
                      <a:pt x="35" y="3"/>
                    </a:cubicBezTo>
                    <a:cubicBezTo>
                      <a:pt x="36" y="3"/>
                      <a:pt x="36" y="3"/>
                      <a:pt x="36" y="2"/>
                    </a:cubicBezTo>
                    <a:cubicBezTo>
                      <a:pt x="37" y="2"/>
                      <a:pt x="37" y="1"/>
                      <a:pt x="37" y="0"/>
                    </a:cubicBezTo>
                    <a:lnTo>
                      <a:pt x="38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3" name="Freeform 53"/>
              <p:cNvSpPr/>
              <p:nvPr/>
            </p:nvSpPr>
            <p:spPr bwMode="auto">
              <a:xfrm>
                <a:off x="2965450" y="996950"/>
                <a:ext cx="152400" cy="146050"/>
              </a:xfrm>
              <a:custGeom>
                <a:avLst/>
                <a:gdLst>
                  <a:gd name="T0" fmla="*/ 31 w 46"/>
                  <a:gd name="T1" fmla="*/ 1 h 44"/>
                  <a:gd name="T2" fmla="*/ 31 w 46"/>
                  <a:gd name="T3" fmla="*/ 0 h 44"/>
                  <a:gd name="T4" fmla="*/ 46 w 46"/>
                  <a:gd name="T5" fmla="*/ 0 h 44"/>
                  <a:gd name="T6" fmla="*/ 46 w 46"/>
                  <a:gd name="T7" fmla="*/ 1 h 44"/>
                  <a:gd name="T8" fmla="*/ 45 w 46"/>
                  <a:gd name="T9" fmla="*/ 1 h 44"/>
                  <a:gd name="T10" fmla="*/ 41 w 46"/>
                  <a:gd name="T11" fmla="*/ 3 h 44"/>
                  <a:gd name="T12" fmla="*/ 40 w 46"/>
                  <a:gd name="T13" fmla="*/ 8 h 44"/>
                  <a:gd name="T14" fmla="*/ 40 w 46"/>
                  <a:gd name="T15" fmla="*/ 25 h 44"/>
                  <a:gd name="T16" fmla="*/ 39 w 46"/>
                  <a:gd name="T17" fmla="*/ 35 h 44"/>
                  <a:gd name="T18" fmla="*/ 34 w 46"/>
                  <a:gd name="T19" fmla="*/ 41 h 44"/>
                  <a:gd name="T20" fmla="*/ 24 w 46"/>
                  <a:gd name="T21" fmla="*/ 44 h 44"/>
                  <a:gd name="T22" fmla="*/ 13 w 46"/>
                  <a:gd name="T23" fmla="*/ 42 h 44"/>
                  <a:gd name="T24" fmla="*/ 8 w 46"/>
                  <a:gd name="T25" fmla="*/ 35 h 44"/>
                  <a:gd name="T26" fmla="*/ 7 w 46"/>
                  <a:gd name="T27" fmla="*/ 24 h 44"/>
                  <a:gd name="T28" fmla="*/ 7 w 46"/>
                  <a:gd name="T29" fmla="*/ 8 h 44"/>
                  <a:gd name="T30" fmla="*/ 6 w 46"/>
                  <a:gd name="T31" fmla="*/ 2 h 44"/>
                  <a:gd name="T32" fmla="*/ 2 w 46"/>
                  <a:gd name="T33" fmla="*/ 1 h 44"/>
                  <a:gd name="T34" fmla="*/ 0 w 46"/>
                  <a:gd name="T35" fmla="*/ 1 h 44"/>
                  <a:gd name="T36" fmla="*/ 0 w 46"/>
                  <a:gd name="T37" fmla="*/ 0 h 44"/>
                  <a:gd name="T38" fmla="*/ 19 w 46"/>
                  <a:gd name="T39" fmla="*/ 0 h 44"/>
                  <a:gd name="T40" fmla="*/ 19 w 46"/>
                  <a:gd name="T41" fmla="*/ 1 h 44"/>
                  <a:gd name="T42" fmla="*/ 17 w 46"/>
                  <a:gd name="T43" fmla="*/ 1 h 44"/>
                  <a:gd name="T44" fmla="*/ 14 w 46"/>
                  <a:gd name="T45" fmla="*/ 3 h 44"/>
                  <a:gd name="T46" fmla="*/ 13 w 46"/>
                  <a:gd name="T47" fmla="*/ 8 h 44"/>
                  <a:gd name="T48" fmla="*/ 13 w 46"/>
                  <a:gd name="T49" fmla="*/ 26 h 44"/>
                  <a:gd name="T50" fmla="*/ 13 w 46"/>
                  <a:gd name="T51" fmla="*/ 29 h 44"/>
                  <a:gd name="T52" fmla="*/ 13 w 46"/>
                  <a:gd name="T53" fmla="*/ 32 h 44"/>
                  <a:gd name="T54" fmla="*/ 15 w 46"/>
                  <a:gd name="T55" fmla="*/ 37 h 44"/>
                  <a:gd name="T56" fmla="*/ 18 w 46"/>
                  <a:gd name="T57" fmla="*/ 40 h 44"/>
                  <a:gd name="T58" fmla="*/ 21 w 46"/>
                  <a:gd name="T59" fmla="*/ 41 h 44"/>
                  <a:gd name="T60" fmla="*/ 24 w 46"/>
                  <a:gd name="T61" fmla="*/ 41 h 44"/>
                  <a:gd name="T62" fmla="*/ 31 w 46"/>
                  <a:gd name="T63" fmla="*/ 40 h 44"/>
                  <a:gd name="T64" fmla="*/ 36 w 46"/>
                  <a:gd name="T65" fmla="*/ 35 h 44"/>
                  <a:gd name="T66" fmla="*/ 37 w 46"/>
                  <a:gd name="T67" fmla="*/ 25 h 44"/>
                  <a:gd name="T68" fmla="*/ 37 w 46"/>
                  <a:gd name="T69" fmla="*/ 8 h 44"/>
                  <a:gd name="T70" fmla="*/ 36 w 46"/>
                  <a:gd name="T71" fmla="*/ 2 h 44"/>
                  <a:gd name="T72" fmla="*/ 33 w 46"/>
                  <a:gd name="T73" fmla="*/ 1 h 44"/>
                  <a:gd name="T74" fmla="*/ 31 w 46"/>
                  <a:gd name="T75" fmla="*/ 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6" h="44">
                    <a:moveTo>
                      <a:pt x="31" y="1"/>
                    </a:moveTo>
                    <a:cubicBezTo>
                      <a:pt x="31" y="0"/>
                      <a:pt x="31" y="0"/>
                      <a:pt x="31" y="0"/>
                    </a:cubicBezTo>
                    <a:cubicBezTo>
                      <a:pt x="46" y="0"/>
                      <a:pt x="46" y="0"/>
                      <a:pt x="46" y="0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5" y="1"/>
                      <a:pt x="45" y="1"/>
                      <a:pt x="45" y="1"/>
                    </a:cubicBezTo>
                    <a:cubicBezTo>
                      <a:pt x="43" y="1"/>
                      <a:pt x="42" y="2"/>
                      <a:pt x="41" y="3"/>
                    </a:cubicBezTo>
                    <a:cubicBezTo>
                      <a:pt x="40" y="4"/>
                      <a:pt x="40" y="5"/>
                      <a:pt x="40" y="8"/>
                    </a:cubicBezTo>
                    <a:cubicBezTo>
                      <a:pt x="40" y="25"/>
                      <a:pt x="40" y="25"/>
                      <a:pt x="40" y="25"/>
                    </a:cubicBezTo>
                    <a:cubicBezTo>
                      <a:pt x="40" y="30"/>
                      <a:pt x="40" y="33"/>
                      <a:pt x="39" y="35"/>
                    </a:cubicBezTo>
                    <a:cubicBezTo>
                      <a:pt x="38" y="38"/>
                      <a:pt x="36" y="40"/>
                      <a:pt x="34" y="41"/>
                    </a:cubicBezTo>
                    <a:cubicBezTo>
                      <a:pt x="31" y="43"/>
                      <a:pt x="28" y="44"/>
                      <a:pt x="24" y="44"/>
                    </a:cubicBezTo>
                    <a:cubicBezTo>
                      <a:pt x="19" y="44"/>
                      <a:pt x="15" y="43"/>
                      <a:pt x="13" y="42"/>
                    </a:cubicBezTo>
                    <a:cubicBezTo>
                      <a:pt x="10" y="40"/>
                      <a:pt x="9" y="38"/>
                      <a:pt x="8" y="35"/>
                    </a:cubicBezTo>
                    <a:cubicBezTo>
                      <a:pt x="7" y="33"/>
                      <a:pt x="7" y="30"/>
                      <a:pt x="7" y="24"/>
                    </a:cubicBezTo>
                    <a:cubicBezTo>
                      <a:pt x="7" y="8"/>
                      <a:pt x="7" y="8"/>
                      <a:pt x="7" y="8"/>
                    </a:cubicBezTo>
                    <a:cubicBezTo>
                      <a:pt x="7" y="5"/>
                      <a:pt x="6" y="3"/>
                      <a:pt x="6" y="2"/>
                    </a:cubicBezTo>
                    <a:cubicBezTo>
                      <a:pt x="5" y="1"/>
                      <a:pt x="4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6" y="1"/>
                      <a:pt x="14" y="2"/>
                      <a:pt x="14" y="3"/>
                    </a:cubicBezTo>
                    <a:cubicBezTo>
                      <a:pt x="13" y="4"/>
                      <a:pt x="13" y="5"/>
                      <a:pt x="13" y="8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13" y="27"/>
                      <a:pt x="13" y="28"/>
                      <a:pt x="13" y="29"/>
                    </a:cubicBezTo>
                    <a:cubicBezTo>
                      <a:pt x="13" y="30"/>
                      <a:pt x="13" y="31"/>
                      <a:pt x="13" y="32"/>
                    </a:cubicBezTo>
                    <a:cubicBezTo>
                      <a:pt x="13" y="34"/>
                      <a:pt x="14" y="36"/>
                      <a:pt x="15" y="37"/>
                    </a:cubicBezTo>
                    <a:cubicBezTo>
                      <a:pt x="16" y="38"/>
                      <a:pt x="17" y="39"/>
                      <a:pt x="18" y="40"/>
                    </a:cubicBezTo>
                    <a:cubicBezTo>
                      <a:pt x="19" y="41"/>
                      <a:pt x="20" y="41"/>
                      <a:pt x="21" y="41"/>
                    </a:cubicBezTo>
                    <a:cubicBezTo>
                      <a:pt x="22" y="41"/>
                      <a:pt x="23" y="41"/>
                      <a:pt x="24" y="41"/>
                    </a:cubicBezTo>
                    <a:cubicBezTo>
                      <a:pt x="27" y="41"/>
                      <a:pt x="29" y="41"/>
                      <a:pt x="31" y="40"/>
                    </a:cubicBezTo>
                    <a:cubicBezTo>
                      <a:pt x="34" y="38"/>
                      <a:pt x="35" y="37"/>
                      <a:pt x="36" y="35"/>
                    </a:cubicBezTo>
                    <a:cubicBezTo>
                      <a:pt x="37" y="33"/>
                      <a:pt x="37" y="30"/>
                      <a:pt x="37" y="25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7" y="5"/>
                      <a:pt x="37" y="3"/>
                      <a:pt x="36" y="2"/>
                    </a:cubicBezTo>
                    <a:cubicBezTo>
                      <a:pt x="36" y="2"/>
                      <a:pt x="34" y="1"/>
                      <a:pt x="33" y="1"/>
                    </a:cubicBezTo>
                    <a:lnTo>
                      <a:pt x="31" y="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4" name="Freeform 54"/>
              <p:cNvSpPr/>
              <p:nvPr/>
            </p:nvSpPr>
            <p:spPr bwMode="auto">
              <a:xfrm>
                <a:off x="3117850" y="996950"/>
                <a:ext cx="155575" cy="146050"/>
              </a:xfrm>
              <a:custGeom>
                <a:avLst/>
                <a:gdLst>
                  <a:gd name="T0" fmla="*/ 0 w 47"/>
                  <a:gd name="T1" fmla="*/ 0 h 44"/>
                  <a:gd name="T2" fmla="*/ 12 w 47"/>
                  <a:gd name="T3" fmla="*/ 0 h 44"/>
                  <a:gd name="T4" fmla="*/ 38 w 47"/>
                  <a:gd name="T5" fmla="*/ 32 h 44"/>
                  <a:gd name="T6" fmla="*/ 38 w 47"/>
                  <a:gd name="T7" fmla="*/ 7 h 44"/>
                  <a:gd name="T8" fmla="*/ 37 w 47"/>
                  <a:gd name="T9" fmla="*/ 2 h 44"/>
                  <a:gd name="T10" fmla="*/ 34 w 47"/>
                  <a:gd name="T11" fmla="*/ 1 h 44"/>
                  <a:gd name="T12" fmla="*/ 32 w 47"/>
                  <a:gd name="T13" fmla="*/ 1 h 44"/>
                  <a:gd name="T14" fmla="*/ 32 w 47"/>
                  <a:gd name="T15" fmla="*/ 0 h 44"/>
                  <a:gd name="T16" fmla="*/ 47 w 47"/>
                  <a:gd name="T17" fmla="*/ 0 h 44"/>
                  <a:gd name="T18" fmla="*/ 47 w 47"/>
                  <a:gd name="T19" fmla="*/ 1 h 44"/>
                  <a:gd name="T20" fmla="*/ 46 w 47"/>
                  <a:gd name="T21" fmla="*/ 1 h 44"/>
                  <a:gd name="T22" fmla="*/ 42 w 47"/>
                  <a:gd name="T23" fmla="*/ 3 h 44"/>
                  <a:gd name="T24" fmla="*/ 41 w 47"/>
                  <a:gd name="T25" fmla="*/ 4 h 44"/>
                  <a:gd name="T26" fmla="*/ 41 w 47"/>
                  <a:gd name="T27" fmla="*/ 7 h 44"/>
                  <a:gd name="T28" fmla="*/ 41 w 47"/>
                  <a:gd name="T29" fmla="*/ 44 h 44"/>
                  <a:gd name="T30" fmla="*/ 40 w 47"/>
                  <a:gd name="T31" fmla="*/ 44 h 44"/>
                  <a:gd name="T32" fmla="*/ 11 w 47"/>
                  <a:gd name="T33" fmla="*/ 9 h 44"/>
                  <a:gd name="T34" fmla="*/ 11 w 47"/>
                  <a:gd name="T35" fmla="*/ 36 h 44"/>
                  <a:gd name="T36" fmla="*/ 12 w 47"/>
                  <a:gd name="T37" fmla="*/ 41 h 44"/>
                  <a:gd name="T38" fmla="*/ 16 w 47"/>
                  <a:gd name="T39" fmla="*/ 42 h 44"/>
                  <a:gd name="T40" fmla="*/ 18 w 47"/>
                  <a:gd name="T41" fmla="*/ 42 h 44"/>
                  <a:gd name="T42" fmla="*/ 18 w 47"/>
                  <a:gd name="T43" fmla="*/ 43 h 44"/>
                  <a:gd name="T44" fmla="*/ 3 w 47"/>
                  <a:gd name="T45" fmla="*/ 43 h 44"/>
                  <a:gd name="T46" fmla="*/ 3 w 47"/>
                  <a:gd name="T47" fmla="*/ 42 h 44"/>
                  <a:gd name="T48" fmla="*/ 4 w 47"/>
                  <a:gd name="T49" fmla="*/ 42 h 44"/>
                  <a:gd name="T50" fmla="*/ 8 w 47"/>
                  <a:gd name="T51" fmla="*/ 40 h 44"/>
                  <a:gd name="T52" fmla="*/ 8 w 47"/>
                  <a:gd name="T53" fmla="*/ 39 h 44"/>
                  <a:gd name="T54" fmla="*/ 9 w 47"/>
                  <a:gd name="T55" fmla="*/ 36 h 44"/>
                  <a:gd name="T56" fmla="*/ 9 w 47"/>
                  <a:gd name="T57" fmla="*/ 6 h 44"/>
                  <a:gd name="T58" fmla="*/ 6 w 47"/>
                  <a:gd name="T59" fmla="*/ 3 h 44"/>
                  <a:gd name="T60" fmla="*/ 3 w 47"/>
                  <a:gd name="T61" fmla="*/ 1 h 44"/>
                  <a:gd name="T62" fmla="*/ 0 w 47"/>
                  <a:gd name="T63" fmla="*/ 1 h 44"/>
                  <a:gd name="T64" fmla="*/ 0 w 47"/>
                  <a:gd name="T6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47" h="44">
                    <a:moveTo>
                      <a:pt x="0" y="0"/>
                    </a:moveTo>
                    <a:cubicBezTo>
                      <a:pt x="12" y="0"/>
                      <a:pt x="12" y="0"/>
                      <a:pt x="12" y="0"/>
                    </a:cubicBezTo>
                    <a:cubicBezTo>
                      <a:pt x="38" y="32"/>
                      <a:pt x="38" y="32"/>
                      <a:pt x="38" y="32"/>
                    </a:cubicBezTo>
                    <a:cubicBezTo>
                      <a:pt x="38" y="7"/>
                      <a:pt x="38" y="7"/>
                      <a:pt x="38" y="7"/>
                    </a:cubicBezTo>
                    <a:cubicBezTo>
                      <a:pt x="38" y="5"/>
                      <a:pt x="38" y="3"/>
                      <a:pt x="37" y="2"/>
                    </a:cubicBezTo>
                    <a:cubicBezTo>
                      <a:pt x="37" y="2"/>
                      <a:pt x="35" y="1"/>
                      <a:pt x="34" y="1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2" y="0"/>
                      <a:pt x="32" y="0"/>
                      <a:pt x="3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4" y="1"/>
                      <a:pt x="43" y="2"/>
                      <a:pt x="42" y="3"/>
                    </a:cubicBezTo>
                    <a:cubicBezTo>
                      <a:pt x="42" y="3"/>
                      <a:pt x="41" y="4"/>
                      <a:pt x="41" y="4"/>
                    </a:cubicBezTo>
                    <a:cubicBezTo>
                      <a:pt x="41" y="5"/>
                      <a:pt x="41" y="6"/>
                      <a:pt x="41" y="7"/>
                    </a:cubicBezTo>
                    <a:cubicBezTo>
                      <a:pt x="41" y="44"/>
                      <a:pt x="41" y="44"/>
                      <a:pt x="41" y="44"/>
                    </a:cubicBezTo>
                    <a:cubicBezTo>
                      <a:pt x="40" y="44"/>
                      <a:pt x="40" y="44"/>
                      <a:pt x="40" y="44"/>
                    </a:cubicBezTo>
                    <a:cubicBezTo>
                      <a:pt x="11" y="9"/>
                      <a:pt x="11" y="9"/>
                      <a:pt x="11" y="9"/>
                    </a:cubicBezTo>
                    <a:cubicBezTo>
                      <a:pt x="11" y="36"/>
                      <a:pt x="11" y="36"/>
                      <a:pt x="11" y="36"/>
                    </a:cubicBezTo>
                    <a:cubicBezTo>
                      <a:pt x="11" y="38"/>
                      <a:pt x="12" y="40"/>
                      <a:pt x="12" y="41"/>
                    </a:cubicBezTo>
                    <a:cubicBezTo>
                      <a:pt x="13" y="41"/>
                      <a:pt x="14" y="42"/>
                      <a:pt x="16" y="42"/>
                    </a:cubicBezTo>
                    <a:cubicBezTo>
                      <a:pt x="18" y="42"/>
                      <a:pt x="18" y="42"/>
                      <a:pt x="18" y="42"/>
                    </a:cubicBezTo>
                    <a:cubicBezTo>
                      <a:pt x="18" y="43"/>
                      <a:pt x="18" y="43"/>
                      <a:pt x="18" y="43"/>
                    </a:cubicBezTo>
                    <a:cubicBezTo>
                      <a:pt x="3" y="43"/>
                      <a:pt x="3" y="43"/>
                      <a:pt x="3" y="43"/>
                    </a:cubicBezTo>
                    <a:cubicBezTo>
                      <a:pt x="3" y="42"/>
                      <a:pt x="3" y="42"/>
                      <a:pt x="3" y="42"/>
                    </a:cubicBezTo>
                    <a:cubicBezTo>
                      <a:pt x="4" y="42"/>
                      <a:pt x="4" y="42"/>
                      <a:pt x="4" y="42"/>
                    </a:cubicBezTo>
                    <a:cubicBezTo>
                      <a:pt x="6" y="42"/>
                      <a:pt x="7" y="41"/>
                      <a:pt x="8" y="40"/>
                    </a:cubicBezTo>
                    <a:cubicBezTo>
                      <a:pt x="8" y="40"/>
                      <a:pt x="8" y="39"/>
                      <a:pt x="8" y="39"/>
                    </a:cubicBezTo>
                    <a:cubicBezTo>
                      <a:pt x="9" y="38"/>
                      <a:pt x="9" y="37"/>
                      <a:pt x="9" y="36"/>
                    </a:cubicBezTo>
                    <a:cubicBezTo>
                      <a:pt x="9" y="6"/>
                      <a:pt x="9" y="6"/>
                      <a:pt x="9" y="6"/>
                    </a:cubicBezTo>
                    <a:cubicBezTo>
                      <a:pt x="7" y="4"/>
                      <a:pt x="7" y="3"/>
                      <a:pt x="6" y="3"/>
                    </a:cubicBezTo>
                    <a:cubicBezTo>
                      <a:pt x="5" y="2"/>
                      <a:pt x="4" y="2"/>
                      <a:pt x="3" y="1"/>
                    </a:cubicBezTo>
                    <a:cubicBezTo>
                      <a:pt x="2" y="1"/>
                      <a:pt x="1" y="1"/>
                      <a:pt x="0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5" name="Freeform 55"/>
              <p:cNvSpPr/>
              <p:nvPr/>
            </p:nvSpPr>
            <p:spPr bwMode="auto">
              <a:xfrm>
                <a:off x="3282950" y="996950"/>
                <a:ext cx="58737" cy="142875"/>
              </a:xfrm>
              <a:custGeom>
                <a:avLst/>
                <a:gdLst>
                  <a:gd name="T0" fmla="*/ 18 w 18"/>
                  <a:gd name="T1" fmla="*/ 42 h 43"/>
                  <a:gd name="T2" fmla="*/ 18 w 18"/>
                  <a:gd name="T3" fmla="*/ 43 h 43"/>
                  <a:gd name="T4" fmla="*/ 0 w 18"/>
                  <a:gd name="T5" fmla="*/ 43 h 43"/>
                  <a:gd name="T6" fmla="*/ 0 w 18"/>
                  <a:gd name="T7" fmla="*/ 42 h 43"/>
                  <a:gd name="T8" fmla="*/ 1 w 18"/>
                  <a:gd name="T9" fmla="*/ 42 h 43"/>
                  <a:gd name="T10" fmla="*/ 5 w 18"/>
                  <a:gd name="T11" fmla="*/ 40 h 43"/>
                  <a:gd name="T12" fmla="*/ 6 w 18"/>
                  <a:gd name="T13" fmla="*/ 35 h 43"/>
                  <a:gd name="T14" fmla="*/ 6 w 18"/>
                  <a:gd name="T15" fmla="*/ 8 h 43"/>
                  <a:gd name="T16" fmla="*/ 6 w 18"/>
                  <a:gd name="T17" fmla="*/ 3 h 43"/>
                  <a:gd name="T18" fmla="*/ 4 w 18"/>
                  <a:gd name="T19" fmla="*/ 2 h 43"/>
                  <a:gd name="T20" fmla="*/ 1 w 18"/>
                  <a:gd name="T21" fmla="*/ 1 h 43"/>
                  <a:gd name="T22" fmla="*/ 0 w 18"/>
                  <a:gd name="T23" fmla="*/ 1 h 43"/>
                  <a:gd name="T24" fmla="*/ 0 w 18"/>
                  <a:gd name="T25" fmla="*/ 0 h 43"/>
                  <a:gd name="T26" fmla="*/ 18 w 18"/>
                  <a:gd name="T27" fmla="*/ 0 h 43"/>
                  <a:gd name="T28" fmla="*/ 18 w 18"/>
                  <a:gd name="T29" fmla="*/ 1 h 43"/>
                  <a:gd name="T30" fmla="*/ 17 w 18"/>
                  <a:gd name="T31" fmla="*/ 1 h 43"/>
                  <a:gd name="T32" fmla="*/ 13 w 18"/>
                  <a:gd name="T33" fmla="*/ 3 h 43"/>
                  <a:gd name="T34" fmla="*/ 12 w 18"/>
                  <a:gd name="T35" fmla="*/ 8 h 43"/>
                  <a:gd name="T36" fmla="*/ 12 w 18"/>
                  <a:gd name="T37" fmla="*/ 35 h 43"/>
                  <a:gd name="T38" fmla="*/ 12 w 18"/>
                  <a:gd name="T39" fmla="*/ 40 h 43"/>
                  <a:gd name="T40" fmla="*/ 14 w 18"/>
                  <a:gd name="T41" fmla="*/ 41 h 43"/>
                  <a:gd name="T42" fmla="*/ 17 w 18"/>
                  <a:gd name="T43" fmla="*/ 42 h 43"/>
                  <a:gd name="T44" fmla="*/ 18 w 18"/>
                  <a:gd name="T45" fmla="*/ 4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8" h="43">
                    <a:moveTo>
                      <a:pt x="18" y="42"/>
                    </a:moveTo>
                    <a:cubicBezTo>
                      <a:pt x="18" y="43"/>
                      <a:pt x="18" y="43"/>
                      <a:pt x="18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3" y="42"/>
                      <a:pt x="4" y="41"/>
                      <a:pt x="5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5" y="3"/>
                      <a:pt x="5" y="2"/>
                      <a:pt x="4" y="2"/>
                    </a:cubicBezTo>
                    <a:cubicBezTo>
                      <a:pt x="3" y="1"/>
                      <a:pt x="2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5" y="1"/>
                      <a:pt x="14" y="2"/>
                      <a:pt x="13" y="3"/>
                    </a:cubicBezTo>
                    <a:cubicBezTo>
                      <a:pt x="12" y="3"/>
                      <a:pt x="12" y="5"/>
                      <a:pt x="12" y="8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39"/>
                      <a:pt x="12" y="40"/>
                    </a:cubicBezTo>
                    <a:cubicBezTo>
                      <a:pt x="13" y="40"/>
                      <a:pt x="13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lnTo>
                      <a:pt x="18" y="4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6" name="Freeform 56"/>
              <p:cNvSpPr/>
              <p:nvPr/>
            </p:nvSpPr>
            <p:spPr bwMode="auto">
              <a:xfrm>
                <a:off x="3349625" y="996950"/>
                <a:ext cx="150812" cy="146050"/>
              </a:xfrm>
              <a:custGeom>
                <a:avLst/>
                <a:gdLst>
                  <a:gd name="T0" fmla="*/ 46 w 46"/>
                  <a:gd name="T1" fmla="*/ 0 h 44"/>
                  <a:gd name="T2" fmla="*/ 46 w 46"/>
                  <a:gd name="T3" fmla="*/ 1 h 44"/>
                  <a:gd name="T4" fmla="*/ 43 w 46"/>
                  <a:gd name="T5" fmla="*/ 3 h 44"/>
                  <a:gd name="T6" fmla="*/ 40 w 46"/>
                  <a:gd name="T7" fmla="*/ 7 h 44"/>
                  <a:gd name="T8" fmla="*/ 25 w 46"/>
                  <a:gd name="T9" fmla="*/ 44 h 44"/>
                  <a:gd name="T10" fmla="*/ 23 w 46"/>
                  <a:gd name="T11" fmla="*/ 44 h 44"/>
                  <a:gd name="T12" fmla="*/ 7 w 46"/>
                  <a:gd name="T13" fmla="*/ 7 h 44"/>
                  <a:gd name="T14" fmla="*/ 5 w 46"/>
                  <a:gd name="T15" fmla="*/ 3 h 44"/>
                  <a:gd name="T16" fmla="*/ 5 w 46"/>
                  <a:gd name="T17" fmla="*/ 2 h 44"/>
                  <a:gd name="T18" fmla="*/ 4 w 46"/>
                  <a:gd name="T19" fmla="*/ 2 h 44"/>
                  <a:gd name="T20" fmla="*/ 0 w 46"/>
                  <a:gd name="T21" fmla="*/ 1 h 44"/>
                  <a:gd name="T22" fmla="*/ 0 w 46"/>
                  <a:gd name="T23" fmla="*/ 0 h 44"/>
                  <a:gd name="T24" fmla="*/ 18 w 46"/>
                  <a:gd name="T25" fmla="*/ 0 h 44"/>
                  <a:gd name="T26" fmla="*/ 18 w 46"/>
                  <a:gd name="T27" fmla="*/ 1 h 44"/>
                  <a:gd name="T28" fmla="*/ 14 w 46"/>
                  <a:gd name="T29" fmla="*/ 2 h 44"/>
                  <a:gd name="T30" fmla="*/ 13 w 46"/>
                  <a:gd name="T31" fmla="*/ 4 h 44"/>
                  <a:gd name="T32" fmla="*/ 15 w 46"/>
                  <a:gd name="T33" fmla="*/ 9 h 44"/>
                  <a:gd name="T34" fmla="*/ 26 w 46"/>
                  <a:gd name="T35" fmla="*/ 34 h 44"/>
                  <a:gd name="T36" fmla="*/ 36 w 46"/>
                  <a:gd name="T37" fmla="*/ 9 h 44"/>
                  <a:gd name="T38" fmla="*/ 37 w 46"/>
                  <a:gd name="T39" fmla="*/ 4 h 44"/>
                  <a:gd name="T40" fmla="*/ 36 w 46"/>
                  <a:gd name="T41" fmla="*/ 2 h 44"/>
                  <a:gd name="T42" fmla="*/ 33 w 46"/>
                  <a:gd name="T43" fmla="*/ 1 h 44"/>
                  <a:gd name="T44" fmla="*/ 33 w 46"/>
                  <a:gd name="T45" fmla="*/ 1 h 44"/>
                  <a:gd name="T46" fmla="*/ 33 w 46"/>
                  <a:gd name="T47" fmla="*/ 0 h 44"/>
                  <a:gd name="T48" fmla="*/ 46 w 46"/>
                  <a:gd name="T4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46" h="44">
                    <a:moveTo>
                      <a:pt x="46" y="0"/>
                    </a:moveTo>
                    <a:cubicBezTo>
                      <a:pt x="46" y="1"/>
                      <a:pt x="46" y="1"/>
                      <a:pt x="46" y="1"/>
                    </a:cubicBezTo>
                    <a:cubicBezTo>
                      <a:pt x="45" y="1"/>
                      <a:pt x="43" y="2"/>
                      <a:pt x="43" y="3"/>
                    </a:cubicBezTo>
                    <a:cubicBezTo>
                      <a:pt x="42" y="4"/>
                      <a:pt x="41" y="5"/>
                      <a:pt x="40" y="7"/>
                    </a:cubicBezTo>
                    <a:cubicBezTo>
                      <a:pt x="25" y="44"/>
                      <a:pt x="25" y="44"/>
                      <a:pt x="25" y="44"/>
                    </a:cubicBezTo>
                    <a:cubicBezTo>
                      <a:pt x="23" y="44"/>
                      <a:pt x="23" y="44"/>
                      <a:pt x="23" y="44"/>
                    </a:cubicBezTo>
                    <a:cubicBezTo>
                      <a:pt x="7" y="7"/>
                      <a:pt x="7" y="7"/>
                      <a:pt x="7" y="7"/>
                    </a:cubicBezTo>
                    <a:cubicBezTo>
                      <a:pt x="6" y="5"/>
                      <a:pt x="6" y="4"/>
                      <a:pt x="5" y="3"/>
                    </a:cubicBezTo>
                    <a:cubicBezTo>
                      <a:pt x="5" y="3"/>
                      <a:pt x="5" y="3"/>
                      <a:pt x="5" y="2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3" y="1"/>
                      <a:pt x="2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6" y="1"/>
                      <a:pt x="15" y="2"/>
                      <a:pt x="14" y="2"/>
                    </a:cubicBezTo>
                    <a:cubicBezTo>
                      <a:pt x="14" y="3"/>
                      <a:pt x="13" y="3"/>
                      <a:pt x="13" y="4"/>
                    </a:cubicBezTo>
                    <a:cubicBezTo>
                      <a:pt x="13" y="5"/>
                      <a:pt x="14" y="7"/>
                      <a:pt x="15" y="9"/>
                    </a:cubicBezTo>
                    <a:cubicBezTo>
                      <a:pt x="26" y="34"/>
                      <a:pt x="26" y="34"/>
                      <a:pt x="26" y="34"/>
                    </a:cubicBezTo>
                    <a:cubicBezTo>
                      <a:pt x="36" y="9"/>
                      <a:pt x="36" y="9"/>
                      <a:pt x="36" y="9"/>
                    </a:cubicBezTo>
                    <a:cubicBezTo>
                      <a:pt x="37" y="7"/>
                      <a:pt x="37" y="5"/>
                      <a:pt x="37" y="4"/>
                    </a:cubicBezTo>
                    <a:cubicBezTo>
                      <a:pt x="37" y="4"/>
                      <a:pt x="37" y="3"/>
                      <a:pt x="36" y="2"/>
                    </a:cubicBezTo>
                    <a:cubicBezTo>
                      <a:pt x="36" y="2"/>
                      <a:pt x="35" y="1"/>
                      <a:pt x="33" y="1"/>
                    </a:cubicBezTo>
                    <a:cubicBezTo>
                      <a:pt x="33" y="1"/>
                      <a:pt x="33" y="1"/>
                      <a:pt x="33" y="1"/>
                    </a:cubicBezTo>
                    <a:cubicBezTo>
                      <a:pt x="33" y="0"/>
                      <a:pt x="33" y="0"/>
                      <a:pt x="33" y="0"/>
                    </a:cubicBezTo>
                    <a:lnTo>
                      <a:pt x="46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7" name="Freeform 57"/>
              <p:cNvSpPr/>
              <p:nvPr/>
            </p:nvSpPr>
            <p:spPr bwMode="auto">
              <a:xfrm>
                <a:off x="3508375" y="996950"/>
                <a:ext cx="122237" cy="142875"/>
              </a:xfrm>
              <a:custGeom>
                <a:avLst/>
                <a:gdLst>
                  <a:gd name="T0" fmla="*/ 13 w 37"/>
                  <a:gd name="T1" fmla="*/ 2 h 43"/>
                  <a:gd name="T2" fmla="*/ 13 w 37"/>
                  <a:gd name="T3" fmla="*/ 19 h 43"/>
                  <a:gd name="T4" fmla="*/ 22 w 37"/>
                  <a:gd name="T5" fmla="*/ 19 h 43"/>
                  <a:gd name="T6" fmla="*/ 27 w 37"/>
                  <a:gd name="T7" fmla="*/ 18 h 43"/>
                  <a:gd name="T8" fmla="*/ 28 w 37"/>
                  <a:gd name="T9" fmla="*/ 16 h 43"/>
                  <a:gd name="T10" fmla="*/ 29 w 37"/>
                  <a:gd name="T11" fmla="*/ 13 h 43"/>
                  <a:gd name="T12" fmla="*/ 30 w 37"/>
                  <a:gd name="T13" fmla="*/ 13 h 43"/>
                  <a:gd name="T14" fmla="*/ 30 w 37"/>
                  <a:gd name="T15" fmla="*/ 28 h 43"/>
                  <a:gd name="T16" fmla="*/ 29 w 37"/>
                  <a:gd name="T17" fmla="*/ 28 h 43"/>
                  <a:gd name="T18" fmla="*/ 28 w 37"/>
                  <a:gd name="T19" fmla="*/ 24 h 43"/>
                  <a:gd name="T20" fmla="*/ 26 w 37"/>
                  <a:gd name="T21" fmla="*/ 22 h 43"/>
                  <a:gd name="T22" fmla="*/ 22 w 37"/>
                  <a:gd name="T23" fmla="*/ 22 h 43"/>
                  <a:gd name="T24" fmla="*/ 13 w 37"/>
                  <a:gd name="T25" fmla="*/ 22 h 43"/>
                  <a:gd name="T26" fmla="*/ 13 w 37"/>
                  <a:gd name="T27" fmla="*/ 36 h 43"/>
                  <a:gd name="T28" fmla="*/ 13 w 37"/>
                  <a:gd name="T29" fmla="*/ 39 h 43"/>
                  <a:gd name="T30" fmla="*/ 14 w 37"/>
                  <a:gd name="T31" fmla="*/ 40 h 43"/>
                  <a:gd name="T32" fmla="*/ 16 w 37"/>
                  <a:gd name="T33" fmla="*/ 41 h 43"/>
                  <a:gd name="T34" fmla="*/ 23 w 37"/>
                  <a:gd name="T35" fmla="*/ 41 h 43"/>
                  <a:gd name="T36" fmla="*/ 29 w 37"/>
                  <a:gd name="T37" fmla="*/ 40 h 43"/>
                  <a:gd name="T38" fmla="*/ 32 w 37"/>
                  <a:gd name="T39" fmla="*/ 38 h 43"/>
                  <a:gd name="T40" fmla="*/ 36 w 37"/>
                  <a:gd name="T41" fmla="*/ 32 h 43"/>
                  <a:gd name="T42" fmla="*/ 37 w 37"/>
                  <a:gd name="T43" fmla="*/ 32 h 43"/>
                  <a:gd name="T44" fmla="*/ 33 w 37"/>
                  <a:gd name="T45" fmla="*/ 43 h 43"/>
                  <a:gd name="T46" fmla="*/ 0 w 37"/>
                  <a:gd name="T47" fmla="*/ 43 h 43"/>
                  <a:gd name="T48" fmla="*/ 0 w 37"/>
                  <a:gd name="T49" fmla="*/ 42 h 43"/>
                  <a:gd name="T50" fmla="*/ 2 w 37"/>
                  <a:gd name="T51" fmla="*/ 42 h 43"/>
                  <a:gd name="T52" fmla="*/ 5 w 37"/>
                  <a:gd name="T53" fmla="*/ 41 h 43"/>
                  <a:gd name="T54" fmla="*/ 6 w 37"/>
                  <a:gd name="T55" fmla="*/ 40 h 43"/>
                  <a:gd name="T56" fmla="*/ 6 w 37"/>
                  <a:gd name="T57" fmla="*/ 35 h 43"/>
                  <a:gd name="T58" fmla="*/ 6 w 37"/>
                  <a:gd name="T59" fmla="*/ 7 h 43"/>
                  <a:gd name="T60" fmla="*/ 6 w 37"/>
                  <a:gd name="T61" fmla="*/ 2 h 43"/>
                  <a:gd name="T62" fmla="*/ 2 w 37"/>
                  <a:gd name="T63" fmla="*/ 1 h 43"/>
                  <a:gd name="T64" fmla="*/ 0 w 37"/>
                  <a:gd name="T65" fmla="*/ 1 h 43"/>
                  <a:gd name="T66" fmla="*/ 0 w 37"/>
                  <a:gd name="T67" fmla="*/ 0 h 43"/>
                  <a:gd name="T68" fmla="*/ 33 w 37"/>
                  <a:gd name="T69" fmla="*/ 0 h 43"/>
                  <a:gd name="T70" fmla="*/ 34 w 37"/>
                  <a:gd name="T71" fmla="*/ 9 h 43"/>
                  <a:gd name="T72" fmla="*/ 33 w 37"/>
                  <a:gd name="T73" fmla="*/ 9 h 43"/>
                  <a:gd name="T74" fmla="*/ 31 w 37"/>
                  <a:gd name="T75" fmla="*/ 5 h 43"/>
                  <a:gd name="T76" fmla="*/ 29 w 37"/>
                  <a:gd name="T77" fmla="*/ 3 h 43"/>
                  <a:gd name="T78" fmla="*/ 24 w 37"/>
                  <a:gd name="T79" fmla="*/ 2 h 43"/>
                  <a:gd name="T80" fmla="*/ 13 w 37"/>
                  <a:gd name="T81" fmla="*/ 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7" h="43">
                    <a:moveTo>
                      <a:pt x="13" y="2"/>
                    </a:moveTo>
                    <a:cubicBezTo>
                      <a:pt x="13" y="19"/>
                      <a:pt x="13" y="19"/>
                      <a:pt x="13" y="19"/>
                    </a:cubicBezTo>
                    <a:cubicBezTo>
                      <a:pt x="22" y="19"/>
                      <a:pt x="22" y="19"/>
                      <a:pt x="22" y="19"/>
                    </a:cubicBezTo>
                    <a:cubicBezTo>
                      <a:pt x="24" y="19"/>
                      <a:pt x="26" y="19"/>
                      <a:pt x="27" y="18"/>
                    </a:cubicBezTo>
                    <a:cubicBezTo>
                      <a:pt x="27" y="18"/>
                      <a:pt x="28" y="17"/>
                      <a:pt x="28" y="16"/>
                    </a:cubicBezTo>
                    <a:cubicBezTo>
                      <a:pt x="29" y="15"/>
                      <a:pt x="29" y="14"/>
                      <a:pt x="29" y="13"/>
                    </a:cubicBezTo>
                    <a:cubicBezTo>
                      <a:pt x="30" y="13"/>
                      <a:pt x="30" y="13"/>
                      <a:pt x="30" y="13"/>
                    </a:cubicBezTo>
                    <a:cubicBezTo>
                      <a:pt x="30" y="28"/>
                      <a:pt x="30" y="28"/>
                      <a:pt x="30" y="28"/>
                    </a:cubicBezTo>
                    <a:cubicBezTo>
                      <a:pt x="29" y="28"/>
                      <a:pt x="29" y="28"/>
                      <a:pt x="29" y="28"/>
                    </a:cubicBezTo>
                    <a:cubicBezTo>
                      <a:pt x="28" y="26"/>
                      <a:pt x="28" y="25"/>
                      <a:pt x="28" y="24"/>
                    </a:cubicBezTo>
                    <a:cubicBezTo>
                      <a:pt x="27" y="23"/>
                      <a:pt x="27" y="23"/>
                      <a:pt x="26" y="22"/>
                    </a:cubicBezTo>
                    <a:cubicBezTo>
                      <a:pt x="25" y="22"/>
                      <a:pt x="24" y="22"/>
                      <a:pt x="22" y="22"/>
                    </a:cubicBezTo>
                    <a:cubicBezTo>
                      <a:pt x="13" y="22"/>
                      <a:pt x="13" y="22"/>
                      <a:pt x="13" y="22"/>
                    </a:cubicBezTo>
                    <a:cubicBezTo>
                      <a:pt x="13" y="36"/>
                      <a:pt x="13" y="36"/>
                      <a:pt x="13" y="36"/>
                    </a:cubicBezTo>
                    <a:cubicBezTo>
                      <a:pt x="13" y="38"/>
                      <a:pt x="13" y="39"/>
                      <a:pt x="13" y="39"/>
                    </a:cubicBezTo>
                    <a:cubicBezTo>
                      <a:pt x="13" y="40"/>
                      <a:pt x="13" y="40"/>
                      <a:pt x="14" y="40"/>
                    </a:cubicBezTo>
                    <a:cubicBezTo>
                      <a:pt x="14" y="41"/>
                      <a:pt x="15" y="41"/>
                      <a:pt x="16" y="41"/>
                    </a:cubicBezTo>
                    <a:cubicBezTo>
                      <a:pt x="23" y="41"/>
                      <a:pt x="23" y="41"/>
                      <a:pt x="23" y="41"/>
                    </a:cubicBezTo>
                    <a:cubicBezTo>
                      <a:pt x="26" y="41"/>
                      <a:pt x="28" y="41"/>
                      <a:pt x="29" y="40"/>
                    </a:cubicBezTo>
                    <a:cubicBezTo>
                      <a:pt x="30" y="40"/>
                      <a:pt x="31" y="39"/>
                      <a:pt x="32" y="38"/>
                    </a:cubicBezTo>
                    <a:cubicBezTo>
                      <a:pt x="33" y="37"/>
                      <a:pt x="35" y="35"/>
                      <a:pt x="36" y="32"/>
                    </a:cubicBezTo>
                    <a:cubicBezTo>
                      <a:pt x="37" y="32"/>
                      <a:pt x="37" y="32"/>
                      <a:pt x="37" y="32"/>
                    </a:cubicBezTo>
                    <a:cubicBezTo>
                      <a:pt x="33" y="43"/>
                      <a:pt x="33" y="43"/>
                      <a:pt x="33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3" y="42"/>
                      <a:pt x="4" y="42"/>
                      <a:pt x="5" y="41"/>
                    </a:cubicBezTo>
                    <a:cubicBezTo>
                      <a:pt x="5" y="41"/>
                      <a:pt x="6" y="40"/>
                      <a:pt x="6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7"/>
                      <a:pt x="6" y="7"/>
                      <a:pt x="6" y="7"/>
                    </a:cubicBezTo>
                    <a:cubicBezTo>
                      <a:pt x="6" y="5"/>
                      <a:pt x="6" y="3"/>
                      <a:pt x="6" y="2"/>
                    </a:cubicBezTo>
                    <a:cubicBezTo>
                      <a:pt x="5" y="2"/>
                      <a:pt x="4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33" y="0"/>
                      <a:pt x="33" y="0"/>
                      <a:pt x="33" y="0"/>
                    </a:cubicBezTo>
                    <a:cubicBezTo>
                      <a:pt x="34" y="9"/>
                      <a:pt x="34" y="9"/>
                      <a:pt x="34" y="9"/>
                    </a:cubicBezTo>
                    <a:cubicBezTo>
                      <a:pt x="33" y="9"/>
                      <a:pt x="33" y="9"/>
                      <a:pt x="33" y="9"/>
                    </a:cubicBezTo>
                    <a:cubicBezTo>
                      <a:pt x="32" y="7"/>
                      <a:pt x="32" y="5"/>
                      <a:pt x="31" y="5"/>
                    </a:cubicBezTo>
                    <a:cubicBezTo>
                      <a:pt x="31" y="4"/>
                      <a:pt x="30" y="3"/>
                      <a:pt x="29" y="3"/>
                    </a:cubicBezTo>
                    <a:cubicBezTo>
                      <a:pt x="28" y="2"/>
                      <a:pt x="27" y="2"/>
                      <a:pt x="24" y="2"/>
                    </a:cubicBezTo>
                    <a:lnTo>
                      <a:pt x="13" y="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8" name="Freeform 58"/>
              <p:cNvSpPr>
                <a:spLocks noEditPoints="1"/>
              </p:cNvSpPr>
              <p:nvPr/>
            </p:nvSpPr>
            <p:spPr bwMode="auto">
              <a:xfrm>
                <a:off x="3640138" y="996950"/>
                <a:ext cx="141287" cy="142875"/>
              </a:xfrm>
              <a:custGeom>
                <a:avLst/>
                <a:gdLst>
                  <a:gd name="T0" fmla="*/ 43 w 43"/>
                  <a:gd name="T1" fmla="*/ 43 h 43"/>
                  <a:gd name="T2" fmla="*/ 31 w 43"/>
                  <a:gd name="T3" fmla="*/ 43 h 43"/>
                  <a:gd name="T4" fmla="*/ 17 w 43"/>
                  <a:gd name="T5" fmla="*/ 23 h 43"/>
                  <a:gd name="T6" fmla="*/ 14 w 43"/>
                  <a:gd name="T7" fmla="*/ 23 h 43"/>
                  <a:gd name="T8" fmla="*/ 13 w 43"/>
                  <a:gd name="T9" fmla="*/ 23 h 43"/>
                  <a:gd name="T10" fmla="*/ 13 w 43"/>
                  <a:gd name="T11" fmla="*/ 23 h 43"/>
                  <a:gd name="T12" fmla="*/ 12 w 43"/>
                  <a:gd name="T13" fmla="*/ 23 h 43"/>
                  <a:gd name="T14" fmla="*/ 12 w 43"/>
                  <a:gd name="T15" fmla="*/ 35 h 43"/>
                  <a:gd name="T16" fmla="*/ 13 w 43"/>
                  <a:gd name="T17" fmla="*/ 40 h 43"/>
                  <a:gd name="T18" fmla="*/ 17 w 43"/>
                  <a:gd name="T19" fmla="*/ 42 h 43"/>
                  <a:gd name="T20" fmla="*/ 18 w 43"/>
                  <a:gd name="T21" fmla="*/ 42 h 43"/>
                  <a:gd name="T22" fmla="*/ 18 w 43"/>
                  <a:gd name="T23" fmla="*/ 43 h 43"/>
                  <a:gd name="T24" fmla="*/ 0 w 43"/>
                  <a:gd name="T25" fmla="*/ 43 h 43"/>
                  <a:gd name="T26" fmla="*/ 0 w 43"/>
                  <a:gd name="T27" fmla="*/ 42 h 43"/>
                  <a:gd name="T28" fmla="*/ 1 w 43"/>
                  <a:gd name="T29" fmla="*/ 42 h 43"/>
                  <a:gd name="T30" fmla="*/ 5 w 43"/>
                  <a:gd name="T31" fmla="*/ 40 h 43"/>
                  <a:gd name="T32" fmla="*/ 6 w 43"/>
                  <a:gd name="T33" fmla="*/ 35 h 43"/>
                  <a:gd name="T34" fmla="*/ 6 w 43"/>
                  <a:gd name="T35" fmla="*/ 8 h 43"/>
                  <a:gd name="T36" fmla="*/ 5 w 43"/>
                  <a:gd name="T37" fmla="*/ 2 h 43"/>
                  <a:gd name="T38" fmla="*/ 1 w 43"/>
                  <a:gd name="T39" fmla="*/ 1 h 43"/>
                  <a:gd name="T40" fmla="*/ 0 w 43"/>
                  <a:gd name="T41" fmla="*/ 1 h 43"/>
                  <a:gd name="T42" fmla="*/ 0 w 43"/>
                  <a:gd name="T43" fmla="*/ 0 h 43"/>
                  <a:gd name="T44" fmla="*/ 16 w 43"/>
                  <a:gd name="T45" fmla="*/ 0 h 43"/>
                  <a:gd name="T46" fmla="*/ 26 w 43"/>
                  <a:gd name="T47" fmla="*/ 1 h 43"/>
                  <a:gd name="T48" fmla="*/ 31 w 43"/>
                  <a:gd name="T49" fmla="*/ 5 h 43"/>
                  <a:gd name="T50" fmla="*/ 33 w 43"/>
                  <a:gd name="T51" fmla="*/ 11 h 43"/>
                  <a:gd name="T52" fmla="*/ 31 w 43"/>
                  <a:gd name="T53" fmla="*/ 18 h 43"/>
                  <a:gd name="T54" fmla="*/ 23 w 43"/>
                  <a:gd name="T55" fmla="*/ 22 h 43"/>
                  <a:gd name="T56" fmla="*/ 32 w 43"/>
                  <a:gd name="T57" fmla="*/ 34 h 43"/>
                  <a:gd name="T58" fmla="*/ 37 w 43"/>
                  <a:gd name="T59" fmla="*/ 40 h 43"/>
                  <a:gd name="T60" fmla="*/ 43 w 43"/>
                  <a:gd name="T61" fmla="*/ 42 h 43"/>
                  <a:gd name="T62" fmla="*/ 43 w 43"/>
                  <a:gd name="T63" fmla="*/ 43 h 43"/>
                  <a:gd name="T64" fmla="*/ 12 w 43"/>
                  <a:gd name="T65" fmla="*/ 21 h 43"/>
                  <a:gd name="T66" fmla="*/ 13 w 43"/>
                  <a:gd name="T67" fmla="*/ 21 h 43"/>
                  <a:gd name="T68" fmla="*/ 14 w 43"/>
                  <a:gd name="T69" fmla="*/ 21 h 43"/>
                  <a:gd name="T70" fmla="*/ 23 w 43"/>
                  <a:gd name="T71" fmla="*/ 18 h 43"/>
                  <a:gd name="T72" fmla="*/ 26 w 43"/>
                  <a:gd name="T73" fmla="*/ 11 h 43"/>
                  <a:gd name="T74" fmla="*/ 24 w 43"/>
                  <a:gd name="T75" fmla="*/ 5 h 43"/>
                  <a:gd name="T76" fmla="*/ 17 w 43"/>
                  <a:gd name="T77" fmla="*/ 2 h 43"/>
                  <a:gd name="T78" fmla="*/ 12 w 43"/>
                  <a:gd name="T79" fmla="*/ 3 h 43"/>
                  <a:gd name="T80" fmla="*/ 12 w 43"/>
                  <a:gd name="T8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43" h="43">
                    <a:moveTo>
                      <a:pt x="43" y="43"/>
                    </a:moveTo>
                    <a:cubicBezTo>
                      <a:pt x="31" y="43"/>
                      <a:pt x="31" y="43"/>
                      <a:pt x="31" y="43"/>
                    </a:cubicBezTo>
                    <a:cubicBezTo>
                      <a:pt x="17" y="23"/>
                      <a:pt x="17" y="23"/>
                      <a:pt x="17" y="23"/>
                    </a:cubicBezTo>
                    <a:cubicBezTo>
                      <a:pt x="14" y="23"/>
                      <a:pt x="14" y="23"/>
                      <a:pt x="14" y="23"/>
                    </a:cubicBezTo>
                    <a:cubicBezTo>
                      <a:pt x="13" y="23"/>
                      <a:pt x="13" y="23"/>
                      <a:pt x="13" y="23"/>
                    </a:cubicBezTo>
                    <a:cubicBezTo>
                      <a:pt x="13" y="23"/>
                      <a:pt x="13" y="23"/>
                      <a:pt x="13" y="23"/>
                    </a:cubicBezTo>
                    <a:cubicBezTo>
                      <a:pt x="13" y="23"/>
                      <a:pt x="12" y="23"/>
                      <a:pt x="12" y="23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40"/>
                      <a:pt x="13" y="40"/>
                    </a:cubicBezTo>
                    <a:cubicBezTo>
                      <a:pt x="14" y="41"/>
                      <a:pt x="15" y="42"/>
                      <a:pt x="17" y="42"/>
                    </a:cubicBezTo>
                    <a:cubicBezTo>
                      <a:pt x="18" y="42"/>
                      <a:pt x="18" y="42"/>
                      <a:pt x="18" y="42"/>
                    </a:cubicBezTo>
                    <a:cubicBezTo>
                      <a:pt x="18" y="43"/>
                      <a:pt x="18" y="43"/>
                      <a:pt x="18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3" y="42"/>
                      <a:pt x="5" y="41"/>
                      <a:pt x="5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3"/>
                      <a:pt x="5" y="2"/>
                    </a:cubicBezTo>
                    <a:cubicBezTo>
                      <a:pt x="4" y="2"/>
                      <a:pt x="3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0" y="0"/>
                      <a:pt x="24" y="0"/>
                      <a:pt x="26" y="1"/>
                    </a:cubicBezTo>
                    <a:cubicBezTo>
                      <a:pt x="28" y="2"/>
                      <a:pt x="30" y="3"/>
                      <a:pt x="31" y="5"/>
                    </a:cubicBezTo>
                    <a:cubicBezTo>
                      <a:pt x="33" y="6"/>
                      <a:pt x="33" y="9"/>
                      <a:pt x="33" y="11"/>
                    </a:cubicBezTo>
                    <a:cubicBezTo>
                      <a:pt x="33" y="14"/>
                      <a:pt x="33" y="16"/>
                      <a:pt x="31" y="18"/>
                    </a:cubicBezTo>
                    <a:cubicBezTo>
                      <a:pt x="29" y="20"/>
                      <a:pt x="26" y="21"/>
                      <a:pt x="23" y="22"/>
                    </a:cubicBezTo>
                    <a:cubicBezTo>
                      <a:pt x="32" y="34"/>
                      <a:pt x="32" y="34"/>
                      <a:pt x="32" y="34"/>
                    </a:cubicBezTo>
                    <a:cubicBezTo>
                      <a:pt x="34" y="37"/>
                      <a:pt x="36" y="39"/>
                      <a:pt x="37" y="40"/>
                    </a:cubicBezTo>
                    <a:cubicBezTo>
                      <a:pt x="38" y="41"/>
                      <a:pt x="40" y="42"/>
                      <a:pt x="43" y="42"/>
                    </a:cubicBezTo>
                    <a:lnTo>
                      <a:pt x="43" y="43"/>
                    </a:lnTo>
                    <a:close/>
                    <a:moveTo>
                      <a:pt x="12" y="21"/>
                    </a:moveTo>
                    <a:cubicBezTo>
                      <a:pt x="13" y="21"/>
                      <a:pt x="13" y="21"/>
                      <a:pt x="13" y="21"/>
                    </a:cubicBezTo>
                    <a:cubicBezTo>
                      <a:pt x="14" y="21"/>
                      <a:pt x="14" y="21"/>
                      <a:pt x="14" y="21"/>
                    </a:cubicBezTo>
                    <a:cubicBezTo>
                      <a:pt x="18" y="21"/>
                      <a:pt x="21" y="20"/>
                      <a:pt x="23" y="18"/>
                    </a:cubicBezTo>
                    <a:cubicBezTo>
                      <a:pt x="25" y="16"/>
                      <a:pt x="26" y="14"/>
                      <a:pt x="26" y="11"/>
                    </a:cubicBezTo>
                    <a:cubicBezTo>
                      <a:pt x="26" y="9"/>
                      <a:pt x="25" y="7"/>
                      <a:pt x="24" y="5"/>
                    </a:cubicBezTo>
                    <a:cubicBezTo>
                      <a:pt x="22" y="3"/>
                      <a:pt x="20" y="2"/>
                      <a:pt x="17" y="2"/>
                    </a:cubicBezTo>
                    <a:cubicBezTo>
                      <a:pt x="16" y="2"/>
                      <a:pt x="14" y="3"/>
                      <a:pt x="12" y="3"/>
                    </a:cubicBezTo>
                    <a:lnTo>
                      <a:pt x="12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9" name="Freeform 59"/>
              <p:cNvSpPr/>
              <p:nvPr/>
            </p:nvSpPr>
            <p:spPr bwMode="auto">
              <a:xfrm>
                <a:off x="3792538" y="993775"/>
                <a:ext cx="95250" cy="149225"/>
              </a:xfrm>
              <a:custGeom>
                <a:avLst/>
                <a:gdLst>
                  <a:gd name="T0" fmla="*/ 26 w 29"/>
                  <a:gd name="T1" fmla="*/ 0 h 45"/>
                  <a:gd name="T2" fmla="*/ 26 w 29"/>
                  <a:gd name="T3" fmla="*/ 15 h 45"/>
                  <a:gd name="T4" fmla="*/ 25 w 29"/>
                  <a:gd name="T5" fmla="*/ 15 h 45"/>
                  <a:gd name="T6" fmla="*/ 24 w 29"/>
                  <a:gd name="T7" fmla="*/ 11 h 45"/>
                  <a:gd name="T8" fmla="*/ 23 w 29"/>
                  <a:gd name="T9" fmla="*/ 8 h 45"/>
                  <a:gd name="T10" fmla="*/ 19 w 29"/>
                  <a:gd name="T11" fmla="*/ 4 h 45"/>
                  <a:gd name="T12" fmla="*/ 13 w 29"/>
                  <a:gd name="T13" fmla="*/ 2 h 45"/>
                  <a:gd name="T14" fmla="*/ 7 w 29"/>
                  <a:gd name="T15" fmla="*/ 5 h 45"/>
                  <a:gd name="T16" fmla="*/ 5 w 29"/>
                  <a:gd name="T17" fmla="*/ 9 h 45"/>
                  <a:gd name="T18" fmla="*/ 7 w 29"/>
                  <a:gd name="T19" fmla="*/ 13 h 45"/>
                  <a:gd name="T20" fmla="*/ 16 w 29"/>
                  <a:gd name="T21" fmla="*/ 19 h 45"/>
                  <a:gd name="T22" fmla="*/ 24 w 29"/>
                  <a:gd name="T23" fmla="*/ 24 h 45"/>
                  <a:gd name="T24" fmla="*/ 28 w 29"/>
                  <a:gd name="T25" fmla="*/ 28 h 45"/>
                  <a:gd name="T26" fmla="*/ 29 w 29"/>
                  <a:gd name="T27" fmla="*/ 33 h 45"/>
                  <a:gd name="T28" fmla="*/ 25 w 29"/>
                  <a:gd name="T29" fmla="*/ 41 h 45"/>
                  <a:gd name="T30" fmla="*/ 15 w 29"/>
                  <a:gd name="T31" fmla="*/ 45 h 45"/>
                  <a:gd name="T32" fmla="*/ 12 w 29"/>
                  <a:gd name="T33" fmla="*/ 45 h 45"/>
                  <a:gd name="T34" fmla="*/ 8 w 29"/>
                  <a:gd name="T35" fmla="*/ 44 h 45"/>
                  <a:gd name="T36" fmla="*/ 4 w 29"/>
                  <a:gd name="T37" fmla="*/ 43 h 45"/>
                  <a:gd name="T38" fmla="*/ 2 w 29"/>
                  <a:gd name="T39" fmla="*/ 43 h 45"/>
                  <a:gd name="T40" fmla="*/ 2 w 29"/>
                  <a:gd name="T41" fmla="*/ 45 h 45"/>
                  <a:gd name="T42" fmla="*/ 1 w 29"/>
                  <a:gd name="T43" fmla="*/ 45 h 45"/>
                  <a:gd name="T44" fmla="*/ 1 w 29"/>
                  <a:gd name="T45" fmla="*/ 30 h 45"/>
                  <a:gd name="T46" fmla="*/ 2 w 29"/>
                  <a:gd name="T47" fmla="*/ 30 h 45"/>
                  <a:gd name="T48" fmla="*/ 3 w 29"/>
                  <a:gd name="T49" fmla="*/ 34 h 45"/>
                  <a:gd name="T50" fmla="*/ 4 w 29"/>
                  <a:gd name="T51" fmla="*/ 37 h 45"/>
                  <a:gd name="T52" fmla="*/ 8 w 29"/>
                  <a:gd name="T53" fmla="*/ 41 h 45"/>
                  <a:gd name="T54" fmla="*/ 15 w 29"/>
                  <a:gd name="T55" fmla="*/ 43 h 45"/>
                  <a:gd name="T56" fmla="*/ 21 w 29"/>
                  <a:gd name="T57" fmla="*/ 40 h 45"/>
                  <a:gd name="T58" fmla="*/ 23 w 29"/>
                  <a:gd name="T59" fmla="*/ 35 h 45"/>
                  <a:gd name="T60" fmla="*/ 22 w 29"/>
                  <a:gd name="T61" fmla="*/ 32 h 45"/>
                  <a:gd name="T62" fmla="*/ 20 w 29"/>
                  <a:gd name="T63" fmla="*/ 29 h 45"/>
                  <a:gd name="T64" fmla="*/ 13 w 29"/>
                  <a:gd name="T65" fmla="*/ 25 h 45"/>
                  <a:gd name="T66" fmla="*/ 8 w 29"/>
                  <a:gd name="T67" fmla="*/ 22 h 45"/>
                  <a:gd name="T68" fmla="*/ 5 w 29"/>
                  <a:gd name="T69" fmla="*/ 20 h 45"/>
                  <a:gd name="T70" fmla="*/ 1 w 29"/>
                  <a:gd name="T71" fmla="*/ 16 h 45"/>
                  <a:gd name="T72" fmla="*/ 0 w 29"/>
                  <a:gd name="T73" fmla="*/ 11 h 45"/>
                  <a:gd name="T74" fmla="*/ 4 w 29"/>
                  <a:gd name="T75" fmla="*/ 3 h 45"/>
                  <a:gd name="T76" fmla="*/ 13 w 29"/>
                  <a:gd name="T77" fmla="*/ 0 h 45"/>
                  <a:gd name="T78" fmla="*/ 20 w 29"/>
                  <a:gd name="T79" fmla="*/ 2 h 45"/>
                  <a:gd name="T80" fmla="*/ 22 w 29"/>
                  <a:gd name="T81" fmla="*/ 2 h 45"/>
                  <a:gd name="T82" fmla="*/ 23 w 29"/>
                  <a:gd name="T83" fmla="*/ 2 h 45"/>
                  <a:gd name="T84" fmla="*/ 24 w 29"/>
                  <a:gd name="T85" fmla="*/ 2 h 45"/>
                  <a:gd name="T86" fmla="*/ 25 w 29"/>
                  <a:gd name="T87" fmla="*/ 0 h 45"/>
                  <a:gd name="T88" fmla="*/ 26 w 29"/>
                  <a:gd name="T8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29" h="45">
                    <a:moveTo>
                      <a:pt x="26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25" y="15"/>
                      <a:pt x="25" y="15"/>
                      <a:pt x="25" y="15"/>
                    </a:cubicBezTo>
                    <a:cubicBezTo>
                      <a:pt x="25" y="13"/>
                      <a:pt x="24" y="12"/>
                      <a:pt x="24" y="11"/>
                    </a:cubicBezTo>
                    <a:cubicBezTo>
                      <a:pt x="24" y="10"/>
                      <a:pt x="23" y="9"/>
                      <a:pt x="23" y="8"/>
                    </a:cubicBezTo>
                    <a:cubicBezTo>
                      <a:pt x="22" y="6"/>
                      <a:pt x="20" y="5"/>
                      <a:pt x="19" y="4"/>
                    </a:cubicBezTo>
                    <a:cubicBezTo>
                      <a:pt x="17" y="3"/>
                      <a:pt x="15" y="2"/>
                      <a:pt x="13" y="2"/>
                    </a:cubicBezTo>
                    <a:cubicBezTo>
                      <a:pt x="11" y="2"/>
                      <a:pt x="9" y="3"/>
                      <a:pt x="7" y="5"/>
                    </a:cubicBezTo>
                    <a:cubicBezTo>
                      <a:pt x="6" y="6"/>
                      <a:pt x="5" y="7"/>
                      <a:pt x="5" y="9"/>
                    </a:cubicBezTo>
                    <a:cubicBezTo>
                      <a:pt x="5" y="10"/>
                      <a:pt x="6" y="12"/>
                      <a:pt x="7" y="13"/>
                    </a:cubicBezTo>
                    <a:cubicBezTo>
                      <a:pt x="8" y="14"/>
                      <a:pt x="11" y="16"/>
                      <a:pt x="16" y="19"/>
                    </a:cubicBezTo>
                    <a:cubicBezTo>
                      <a:pt x="20" y="21"/>
                      <a:pt x="23" y="23"/>
                      <a:pt x="24" y="24"/>
                    </a:cubicBezTo>
                    <a:cubicBezTo>
                      <a:pt x="26" y="25"/>
                      <a:pt x="27" y="27"/>
                      <a:pt x="28" y="28"/>
                    </a:cubicBezTo>
                    <a:cubicBezTo>
                      <a:pt x="28" y="30"/>
                      <a:pt x="29" y="31"/>
                      <a:pt x="29" y="33"/>
                    </a:cubicBezTo>
                    <a:cubicBezTo>
                      <a:pt x="29" y="36"/>
                      <a:pt x="28" y="39"/>
                      <a:pt x="25" y="41"/>
                    </a:cubicBezTo>
                    <a:cubicBezTo>
                      <a:pt x="23" y="44"/>
                      <a:pt x="19" y="45"/>
                      <a:pt x="15" y="45"/>
                    </a:cubicBezTo>
                    <a:cubicBezTo>
                      <a:pt x="14" y="45"/>
                      <a:pt x="13" y="45"/>
                      <a:pt x="12" y="45"/>
                    </a:cubicBezTo>
                    <a:cubicBezTo>
                      <a:pt x="11" y="45"/>
                      <a:pt x="10" y="44"/>
                      <a:pt x="8" y="44"/>
                    </a:cubicBezTo>
                    <a:cubicBezTo>
                      <a:pt x="6" y="43"/>
                      <a:pt x="4" y="43"/>
                      <a:pt x="4" y="43"/>
                    </a:cubicBezTo>
                    <a:cubicBezTo>
                      <a:pt x="3" y="43"/>
                      <a:pt x="3" y="43"/>
                      <a:pt x="2" y="43"/>
                    </a:cubicBezTo>
                    <a:cubicBezTo>
                      <a:pt x="2" y="43"/>
                      <a:pt x="2" y="44"/>
                      <a:pt x="2" y="45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2" y="30"/>
                      <a:pt x="2" y="30"/>
                      <a:pt x="2" y="30"/>
                    </a:cubicBezTo>
                    <a:cubicBezTo>
                      <a:pt x="2" y="32"/>
                      <a:pt x="2" y="33"/>
                      <a:pt x="3" y="34"/>
                    </a:cubicBezTo>
                    <a:cubicBezTo>
                      <a:pt x="3" y="35"/>
                      <a:pt x="4" y="36"/>
                      <a:pt x="4" y="37"/>
                    </a:cubicBezTo>
                    <a:cubicBezTo>
                      <a:pt x="5" y="39"/>
                      <a:pt x="6" y="40"/>
                      <a:pt x="8" y="41"/>
                    </a:cubicBezTo>
                    <a:cubicBezTo>
                      <a:pt x="10" y="42"/>
                      <a:pt x="12" y="43"/>
                      <a:pt x="15" y="43"/>
                    </a:cubicBezTo>
                    <a:cubicBezTo>
                      <a:pt x="17" y="43"/>
                      <a:pt x="19" y="42"/>
                      <a:pt x="21" y="40"/>
                    </a:cubicBezTo>
                    <a:cubicBezTo>
                      <a:pt x="22" y="39"/>
                      <a:pt x="23" y="37"/>
                      <a:pt x="23" y="35"/>
                    </a:cubicBezTo>
                    <a:cubicBezTo>
                      <a:pt x="23" y="34"/>
                      <a:pt x="23" y="33"/>
                      <a:pt x="22" y="32"/>
                    </a:cubicBezTo>
                    <a:cubicBezTo>
                      <a:pt x="22" y="31"/>
                      <a:pt x="21" y="30"/>
                      <a:pt x="20" y="29"/>
                    </a:cubicBezTo>
                    <a:cubicBezTo>
                      <a:pt x="19" y="29"/>
                      <a:pt x="17" y="27"/>
                      <a:pt x="13" y="25"/>
                    </a:cubicBezTo>
                    <a:cubicBezTo>
                      <a:pt x="11" y="24"/>
                      <a:pt x="10" y="23"/>
                      <a:pt x="8" y="22"/>
                    </a:cubicBezTo>
                    <a:cubicBezTo>
                      <a:pt x="7" y="22"/>
                      <a:pt x="6" y="21"/>
                      <a:pt x="5" y="20"/>
                    </a:cubicBezTo>
                    <a:cubicBezTo>
                      <a:pt x="3" y="19"/>
                      <a:pt x="2" y="18"/>
                      <a:pt x="1" y="16"/>
                    </a:cubicBezTo>
                    <a:cubicBezTo>
                      <a:pt x="1" y="15"/>
                      <a:pt x="0" y="13"/>
                      <a:pt x="0" y="11"/>
                    </a:cubicBezTo>
                    <a:cubicBezTo>
                      <a:pt x="0" y="8"/>
                      <a:pt x="1" y="6"/>
                      <a:pt x="4" y="3"/>
                    </a:cubicBezTo>
                    <a:cubicBezTo>
                      <a:pt x="6" y="1"/>
                      <a:pt x="9" y="0"/>
                      <a:pt x="13" y="0"/>
                    </a:cubicBezTo>
                    <a:cubicBezTo>
                      <a:pt x="15" y="0"/>
                      <a:pt x="18" y="1"/>
                      <a:pt x="20" y="2"/>
                    </a:cubicBezTo>
                    <a:cubicBezTo>
                      <a:pt x="21" y="2"/>
                      <a:pt x="21" y="2"/>
                      <a:pt x="22" y="2"/>
                    </a:cubicBezTo>
                    <a:cubicBezTo>
                      <a:pt x="22" y="2"/>
                      <a:pt x="22" y="2"/>
                      <a:pt x="23" y="2"/>
                    </a:cubicBezTo>
                    <a:cubicBezTo>
                      <a:pt x="23" y="2"/>
                      <a:pt x="24" y="2"/>
                      <a:pt x="24" y="2"/>
                    </a:cubicBezTo>
                    <a:cubicBezTo>
                      <a:pt x="24" y="2"/>
                      <a:pt x="25" y="1"/>
                      <a:pt x="25" y="0"/>
                    </a:cubicBezTo>
                    <a:lnTo>
                      <a:pt x="26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0" name="Freeform 60"/>
              <p:cNvSpPr/>
              <p:nvPr/>
            </p:nvSpPr>
            <p:spPr bwMode="auto">
              <a:xfrm>
                <a:off x="3903663" y="996950"/>
                <a:ext cx="63500" cy="142875"/>
              </a:xfrm>
              <a:custGeom>
                <a:avLst/>
                <a:gdLst>
                  <a:gd name="T0" fmla="*/ 19 w 19"/>
                  <a:gd name="T1" fmla="*/ 42 h 43"/>
                  <a:gd name="T2" fmla="*/ 19 w 19"/>
                  <a:gd name="T3" fmla="*/ 43 h 43"/>
                  <a:gd name="T4" fmla="*/ 0 w 19"/>
                  <a:gd name="T5" fmla="*/ 43 h 43"/>
                  <a:gd name="T6" fmla="*/ 0 w 19"/>
                  <a:gd name="T7" fmla="*/ 42 h 43"/>
                  <a:gd name="T8" fmla="*/ 2 w 19"/>
                  <a:gd name="T9" fmla="*/ 42 h 43"/>
                  <a:gd name="T10" fmla="*/ 5 w 19"/>
                  <a:gd name="T11" fmla="*/ 40 h 43"/>
                  <a:gd name="T12" fmla="*/ 6 w 19"/>
                  <a:gd name="T13" fmla="*/ 35 h 43"/>
                  <a:gd name="T14" fmla="*/ 6 w 19"/>
                  <a:gd name="T15" fmla="*/ 8 h 43"/>
                  <a:gd name="T16" fmla="*/ 6 w 19"/>
                  <a:gd name="T17" fmla="*/ 3 h 43"/>
                  <a:gd name="T18" fmla="*/ 4 w 19"/>
                  <a:gd name="T19" fmla="*/ 2 h 43"/>
                  <a:gd name="T20" fmla="*/ 2 w 19"/>
                  <a:gd name="T21" fmla="*/ 1 h 43"/>
                  <a:gd name="T22" fmla="*/ 0 w 19"/>
                  <a:gd name="T23" fmla="*/ 1 h 43"/>
                  <a:gd name="T24" fmla="*/ 0 w 19"/>
                  <a:gd name="T25" fmla="*/ 0 h 43"/>
                  <a:gd name="T26" fmla="*/ 19 w 19"/>
                  <a:gd name="T27" fmla="*/ 0 h 43"/>
                  <a:gd name="T28" fmla="*/ 19 w 19"/>
                  <a:gd name="T29" fmla="*/ 1 h 43"/>
                  <a:gd name="T30" fmla="*/ 17 w 19"/>
                  <a:gd name="T31" fmla="*/ 1 h 43"/>
                  <a:gd name="T32" fmla="*/ 13 w 19"/>
                  <a:gd name="T33" fmla="*/ 3 h 43"/>
                  <a:gd name="T34" fmla="*/ 12 w 19"/>
                  <a:gd name="T35" fmla="*/ 8 h 43"/>
                  <a:gd name="T36" fmla="*/ 12 w 19"/>
                  <a:gd name="T37" fmla="*/ 35 h 43"/>
                  <a:gd name="T38" fmla="*/ 13 w 19"/>
                  <a:gd name="T39" fmla="*/ 40 h 43"/>
                  <a:gd name="T40" fmla="*/ 14 w 19"/>
                  <a:gd name="T41" fmla="*/ 41 h 43"/>
                  <a:gd name="T42" fmla="*/ 17 w 19"/>
                  <a:gd name="T43" fmla="*/ 42 h 43"/>
                  <a:gd name="T44" fmla="*/ 19 w 19"/>
                  <a:gd name="T45" fmla="*/ 4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9" h="43">
                    <a:moveTo>
                      <a:pt x="19" y="42"/>
                    </a:moveTo>
                    <a:cubicBezTo>
                      <a:pt x="19" y="43"/>
                      <a:pt x="19" y="43"/>
                      <a:pt x="19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3" y="42"/>
                      <a:pt x="5" y="41"/>
                      <a:pt x="5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6" y="3"/>
                      <a:pt x="5" y="2"/>
                      <a:pt x="4" y="2"/>
                    </a:cubicBezTo>
                    <a:cubicBezTo>
                      <a:pt x="4" y="1"/>
                      <a:pt x="3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5" y="1"/>
                      <a:pt x="14" y="2"/>
                      <a:pt x="13" y="3"/>
                    </a:cubicBezTo>
                    <a:cubicBezTo>
                      <a:pt x="13" y="3"/>
                      <a:pt x="12" y="5"/>
                      <a:pt x="12" y="8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39"/>
                      <a:pt x="13" y="40"/>
                    </a:cubicBezTo>
                    <a:cubicBezTo>
                      <a:pt x="13" y="40"/>
                      <a:pt x="13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lnTo>
                      <a:pt x="19" y="4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1" name="Freeform 61"/>
              <p:cNvSpPr/>
              <p:nvPr/>
            </p:nvSpPr>
            <p:spPr bwMode="auto">
              <a:xfrm>
                <a:off x="3976688" y="996950"/>
                <a:ext cx="119062" cy="142875"/>
              </a:xfrm>
              <a:custGeom>
                <a:avLst/>
                <a:gdLst>
                  <a:gd name="T0" fmla="*/ 36 w 36"/>
                  <a:gd name="T1" fmla="*/ 0 h 43"/>
                  <a:gd name="T2" fmla="*/ 36 w 36"/>
                  <a:gd name="T3" fmla="*/ 10 h 43"/>
                  <a:gd name="T4" fmla="*/ 35 w 36"/>
                  <a:gd name="T5" fmla="*/ 10 h 43"/>
                  <a:gd name="T6" fmla="*/ 34 w 36"/>
                  <a:gd name="T7" fmla="*/ 6 h 43"/>
                  <a:gd name="T8" fmla="*/ 31 w 36"/>
                  <a:gd name="T9" fmla="*/ 3 h 43"/>
                  <a:gd name="T10" fmla="*/ 27 w 36"/>
                  <a:gd name="T11" fmla="*/ 3 h 43"/>
                  <a:gd name="T12" fmla="*/ 21 w 36"/>
                  <a:gd name="T13" fmla="*/ 3 h 43"/>
                  <a:gd name="T14" fmla="*/ 21 w 36"/>
                  <a:gd name="T15" fmla="*/ 36 h 43"/>
                  <a:gd name="T16" fmla="*/ 22 w 36"/>
                  <a:gd name="T17" fmla="*/ 41 h 43"/>
                  <a:gd name="T18" fmla="*/ 26 w 36"/>
                  <a:gd name="T19" fmla="*/ 42 h 43"/>
                  <a:gd name="T20" fmla="*/ 27 w 36"/>
                  <a:gd name="T21" fmla="*/ 42 h 43"/>
                  <a:gd name="T22" fmla="*/ 27 w 36"/>
                  <a:gd name="T23" fmla="*/ 43 h 43"/>
                  <a:gd name="T24" fmla="*/ 9 w 36"/>
                  <a:gd name="T25" fmla="*/ 43 h 43"/>
                  <a:gd name="T26" fmla="*/ 9 w 36"/>
                  <a:gd name="T27" fmla="*/ 42 h 43"/>
                  <a:gd name="T28" fmla="*/ 10 w 36"/>
                  <a:gd name="T29" fmla="*/ 42 h 43"/>
                  <a:gd name="T30" fmla="*/ 14 w 36"/>
                  <a:gd name="T31" fmla="*/ 40 h 43"/>
                  <a:gd name="T32" fmla="*/ 15 w 36"/>
                  <a:gd name="T33" fmla="*/ 39 h 43"/>
                  <a:gd name="T34" fmla="*/ 15 w 36"/>
                  <a:gd name="T35" fmla="*/ 36 h 43"/>
                  <a:gd name="T36" fmla="*/ 15 w 36"/>
                  <a:gd name="T37" fmla="*/ 3 h 43"/>
                  <a:gd name="T38" fmla="*/ 10 w 36"/>
                  <a:gd name="T39" fmla="*/ 3 h 43"/>
                  <a:gd name="T40" fmla="*/ 6 w 36"/>
                  <a:gd name="T41" fmla="*/ 3 h 43"/>
                  <a:gd name="T42" fmla="*/ 3 w 36"/>
                  <a:gd name="T43" fmla="*/ 5 h 43"/>
                  <a:gd name="T44" fmla="*/ 1 w 36"/>
                  <a:gd name="T45" fmla="*/ 10 h 43"/>
                  <a:gd name="T46" fmla="*/ 0 w 36"/>
                  <a:gd name="T47" fmla="*/ 10 h 43"/>
                  <a:gd name="T48" fmla="*/ 1 w 36"/>
                  <a:gd name="T49" fmla="*/ 0 h 43"/>
                  <a:gd name="T50" fmla="*/ 36 w 36"/>
                  <a:gd name="T51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36" h="43">
                    <a:moveTo>
                      <a:pt x="36" y="0"/>
                    </a:moveTo>
                    <a:cubicBezTo>
                      <a:pt x="36" y="10"/>
                      <a:pt x="36" y="10"/>
                      <a:pt x="36" y="10"/>
                    </a:cubicBezTo>
                    <a:cubicBezTo>
                      <a:pt x="35" y="10"/>
                      <a:pt x="35" y="10"/>
                      <a:pt x="35" y="10"/>
                    </a:cubicBezTo>
                    <a:cubicBezTo>
                      <a:pt x="35" y="8"/>
                      <a:pt x="35" y="7"/>
                      <a:pt x="34" y="6"/>
                    </a:cubicBezTo>
                    <a:cubicBezTo>
                      <a:pt x="33" y="5"/>
                      <a:pt x="33" y="4"/>
                      <a:pt x="31" y="3"/>
                    </a:cubicBezTo>
                    <a:cubicBezTo>
                      <a:pt x="30" y="3"/>
                      <a:pt x="29" y="3"/>
                      <a:pt x="27" y="3"/>
                    </a:cubicBezTo>
                    <a:cubicBezTo>
                      <a:pt x="21" y="3"/>
                      <a:pt x="21" y="3"/>
                      <a:pt x="21" y="3"/>
                    </a:cubicBezTo>
                    <a:cubicBezTo>
                      <a:pt x="21" y="36"/>
                      <a:pt x="21" y="36"/>
                      <a:pt x="21" y="36"/>
                    </a:cubicBezTo>
                    <a:cubicBezTo>
                      <a:pt x="21" y="38"/>
                      <a:pt x="21" y="40"/>
                      <a:pt x="22" y="41"/>
                    </a:cubicBezTo>
                    <a:cubicBezTo>
                      <a:pt x="23" y="41"/>
                      <a:pt x="24" y="42"/>
                      <a:pt x="26" y="42"/>
                    </a:cubicBezTo>
                    <a:cubicBezTo>
                      <a:pt x="27" y="42"/>
                      <a:pt x="27" y="42"/>
                      <a:pt x="27" y="42"/>
                    </a:cubicBezTo>
                    <a:cubicBezTo>
                      <a:pt x="27" y="43"/>
                      <a:pt x="27" y="43"/>
                      <a:pt x="27" y="43"/>
                    </a:cubicBezTo>
                    <a:cubicBezTo>
                      <a:pt x="9" y="43"/>
                      <a:pt x="9" y="43"/>
                      <a:pt x="9" y="43"/>
                    </a:cubicBezTo>
                    <a:cubicBezTo>
                      <a:pt x="9" y="42"/>
                      <a:pt x="9" y="42"/>
                      <a:pt x="9" y="42"/>
                    </a:cubicBezTo>
                    <a:cubicBezTo>
                      <a:pt x="10" y="42"/>
                      <a:pt x="10" y="42"/>
                      <a:pt x="10" y="42"/>
                    </a:cubicBezTo>
                    <a:cubicBezTo>
                      <a:pt x="12" y="42"/>
                      <a:pt x="14" y="41"/>
                      <a:pt x="14" y="40"/>
                    </a:cubicBezTo>
                    <a:cubicBezTo>
                      <a:pt x="15" y="40"/>
                      <a:pt x="15" y="39"/>
                      <a:pt x="15" y="39"/>
                    </a:cubicBezTo>
                    <a:cubicBezTo>
                      <a:pt x="15" y="38"/>
                      <a:pt x="15" y="37"/>
                      <a:pt x="15" y="36"/>
                    </a:cubicBezTo>
                    <a:cubicBezTo>
                      <a:pt x="15" y="3"/>
                      <a:pt x="15" y="3"/>
                      <a:pt x="15" y="3"/>
                    </a:cubicBezTo>
                    <a:cubicBezTo>
                      <a:pt x="10" y="3"/>
                      <a:pt x="10" y="3"/>
                      <a:pt x="10" y="3"/>
                    </a:cubicBezTo>
                    <a:cubicBezTo>
                      <a:pt x="8" y="3"/>
                      <a:pt x="6" y="3"/>
                      <a:pt x="6" y="3"/>
                    </a:cubicBezTo>
                    <a:cubicBezTo>
                      <a:pt x="4" y="3"/>
                      <a:pt x="4" y="4"/>
                      <a:pt x="3" y="5"/>
                    </a:cubicBezTo>
                    <a:cubicBezTo>
                      <a:pt x="2" y="6"/>
                      <a:pt x="1" y="8"/>
                      <a:pt x="1" y="10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1" y="0"/>
                      <a:pt x="1" y="0"/>
                      <a:pt x="1" y="0"/>
                    </a:cubicBezTo>
                    <a:lnTo>
                      <a:pt x="36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2" name="Freeform 62"/>
              <p:cNvSpPr/>
              <p:nvPr/>
            </p:nvSpPr>
            <p:spPr bwMode="auto">
              <a:xfrm>
                <a:off x="4105275" y="996950"/>
                <a:ext cx="149225" cy="142875"/>
              </a:xfrm>
              <a:custGeom>
                <a:avLst/>
                <a:gdLst>
                  <a:gd name="T0" fmla="*/ 30 w 45"/>
                  <a:gd name="T1" fmla="*/ 0 h 43"/>
                  <a:gd name="T2" fmla="*/ 45 w 45"/>
                  <a:gd name="T3" fmla="*/ 0 h 43"/>
                  <a:gd name="T4" fmla="*/ 45 w 45"/>
                  <a:gd name="T5" fmla="*/ 1 h 43"/>
                  <a:gd name="T6" fmla="*/ 44 w 45"/>
                  <a:gd name="T7" fmla="*/ 1 h 43"/>
                  <a:gd name="T8" fmla="*/ 42 w 45"/>
                  <a:gd name="T9" fmla="*/ 2 h 43"/>
                  <a:gd name="T10" fmla="*/ 39 w 45"/>
                  <a:gd name="T11" fmla="*/ 4 h 43"/>
                  <a:gd name="T12" fmla="*/ 36 w 45"/>
                  <a:gd name="T13" fmla="*/ 8 h 43"/>
                  <a:gd name="T14" fmla="*/ 25 w 45"/>
                  <a:gd name="T15" fmla="*/ 25 h 43"/>
                  <a:gd name="T16" fmla="*/ 25 w 45"/>
                  <a:gd name="T17" fmla="*/ 36 h 43"/>
                  <a:gd name="T18" fmla="*/ 26 w 45"/>
                  <a:gd name="T19" fmla="*/ 41 h 43"/>
                  <a:gd name="T20" fmla="*/ 30 w 45"/>
                  <a:gd name="T21" fmla="*/ 42 h 43"/>
                  <a:gd name="T22" fmla="*/ 31 w 45"/>
                  <a:gd name="T23" fmla="*/ 42 h 43"/>
                  <a:gd name="T24" fmla="*/ 31 w 45"/>
                  <a:gd name="T25" fmla="*/ 43 h 43"/>
                  <a:gd name="T26" fmla="*/ 13 w 45"/>
                  <a:gd name="T27" fmla="*/ 43 h 43"/>
                  <a:gd name="T28" fmla="*/ 13 w 45"/>
                  <a:gd name="T29" fmla="*/ 42 h 43"/>
                  <a:gd name="T30" fmla="*/ 15 w 45"/>
                  <a:gd name="T31" fmla="*/ 42 h 43"/>
                  <a:gd name="T32" fmla="*/ 18 w 45"/>
                  <a:gd name="T33" fmla="*/ 40 h 43"/>
                  <a:gd name="T34" fmla="*/ 19 w 45"/>
                  <a:gd name="T35" fmla="*/ 39 h 43"/>
                  <a:gd name="T36" fmla="*/ 19 w 45"/>
                  <a:gd name="T37" fmla="*/ 36 h 43"/>
                  <a:gd name="T38" fmla="*/ 19 w 45"/>
                  <a:gd name="T39" fmla="*/ 25 h 43"/>
                  <a:gd name="T40" fmla="*/ 7 w 45"/>
                  <a:gd name="T41" fmla="*/ 7 h 43"/>
                  <a:gd name="T42" fmla="*/ 4 w 45"/>
                  <a:gd name="T43" fmla="*/ 3 h 43"/>
                  <a:gd name="T44" fmla="*/ 1 w 45"/>
                  <a:gd name="T45" fmla="*/ 1 h 43"/>
                  <a:gd name="T46" fmla="*/ 0 w 45"/>
                  <a:gd name="T47" fmla="*/ 1 h 43"/>
                  <a:gd name="T48" fmla="*/ 0 w 45"/>
                  <a:gd name="T49" fmla="*/ 0 h 43"/>
                  <a:gd name="T50" fmla="*/ 18 w 45"/>
                  <a:gd name="T51" fmla="*/ 0 h 43"/>
                  <a:gd name="T52" fmla="*/ 18 w 45"/>
                  <a:gd name="T53" fmla="*/ 1 h 43"/>
                  <a:gd name="T54" fmla="*/ 17 w 45"/>
                  <a:gd name="T55" fmla="*/ 1 h 43"/>
                  <a:gd name="T56" fmla="*/ 14 w 45"/>
                  <a:gd name="T57" fmla="*/ 2 h 43"/>
                  <a:gd name="T58" fmla="*/ 13 w 45"/>
                  <a:gd name="T59" fmla="*/ 4 h 43"/>
                  <a:gd name="T60" fmla="*/ 15 w 45"/>
                  <a:gd name="T61" fmla="*/ 8 h 43"/>
                  <a:gd name="T62" fmla="*/ 24 w 45"/>
                  <a:gd name="T63" fmla="*/ 22 h 43"/>
                  <a:gd name="T64" fmla="*/ 32 w 45"/>
                  <a:gd name="T65" fmla="*/ 9 h 43"/>
                  <a:gd name="T66" fmla="*/ 34 w 45"/>
                  <a:gd name="T67" fmla="*/ 4 h 43"/>
                  <a:gd name="T68" fmla="*/ 34 w 45"/>
                  <a:gd name="T69" fmla="*/ 3 h 43"/>
                  <a:gd name="T70" fmla="*/ 33 w 45"/>
                  <a:gd name="T71" fmla="*/ 1 h 43"/>
                  <a:gd name="T72" fmla="*/ 30 w 45"/>
                  <a:gd name="T73" fmla="*/ 1 h 43"/>
                  <a:gd name="T74" fmla="*/ 30 w 45"/>
                  <a:gd name="T75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5" h="43">
                    <a:moveTo>
                      <a:pt x="30" y="0"/>
                    </a:moveTo>
                    <a:cubicBezTo>
                      <a:pt x="45" y="0"/>
                      <a:pt x="45" y="0"/>
                      <a:pt x="45" y="0"/>
                    </a:cubicBezTo>
                    <a:cubicBezTo>
                      <a:pt x="45" y="1"/>
                      <a:pt x="45" y="1"/>
                      <a:pt x="45" y="1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3" y="1"/>
                      <a:pt x="42" y="2"/>
                    </a:cubicBezTo>
                    <a:cubicBezTo>
                      <a:pt x="41" y="2"/>
                      <a:pt x="40" y="3"/>
                      <a:pt x="39" y="4"/>
                    </a:cubicBezTo>
                    <a:cubicBezTo>
                      <a:pt x="38" y="5"/>
                      <a:pt x="37" y="6"/>
                      <a:pt x="36" y="8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36"/>
                      <a:pt x="25" y="36"/>
                      <a:pt x="25" y="36"/>
                    </a:cubicBezTo>
                    <a:cubicBezTo>
                      <a:pt x="25" y="38"/>
                      <a:pt x="26" y="40"/>
                      <a:pt x="26" y="41"/>
                    </a:cubicBezTo>
                    <a:cubicBezTo>
                      <a:pt x="27" y="41"/>
                      <a:pt x="28" y="42"/>
                      <a:pt x="30" y="42"/>
                    </a:cubicBezTo>
                    <a:cubicBezTo>
                      <a:pt x="31" y="42"/>
                      <a:pt x="31" y="42"/>
                      <a:pt x="31" y="42"/>
                    </a:cubicBezTo>
                    <a:cubicBezTo>
                      <a:pt x="31" y="43"/>
                      <a:pt x="31" y="43"/>
                      <a:pt x="31" y="43"/>
                    </a:cubicBezTo>
                    <a:cubicBezTo>
                      <a:pt x="13" y="43"/>
                      <a:pt x="13" y="43"/>
                      <a:pt x="13" y="43"/>
                    </a:cubicBezTo>
                    <a:cubicBezTo>
                      <a:pt x="13" y="42"/>
                      <a:pt x="13" y="42"/>
                      <a:pt x="13" y="42"/>
                    </a:cubicBezTo>
                    <a:cubicBezTo>
                      <a:pt x="15" y="42"/>
                      <a:pt x="15" y="42"/>
                      <a:pt x="15" y="42"/>
                    </a:cubicBezTo>
                    <a:cubicBezTo>
                      <a:pt x="16" y="42"/>
                      <a:pt x="18" y="41"/>
                      <a:pt x="18" y="40"/>
                    </a:cubicBezTo>
                    <a:cubicBezTo>
                      <a:pt x="19" y="40"/>
                      <a:pt x="19" y="39"/>
                      <a:pt x="19" y="39"/>
                    </a:cubicBezTo>
                    <a:cubicBezTo>
                      <a:pt x="19" y="38"/>
                      <a:pt x="19" y="37"/>
                      <a:pt x="19" y="36"/>
                    </a:cubicBezTo>
                    <a:cubicBezTo>
                      <a:pt x="19" y="25"/>
                      <a:pt x="19" y="25"/>
                      <a:pt x="19" y="25"/>
                    </a:cubicBezTo>
                    <a:cubicBezTo>
                      <a:pt x="7" y="7"/>
                      <a:pt x="7" y="7"/>
                      <a:pt x="7" y="7"/>
                    </a:cubicBezTo>
                    <a:cubicBezTo>
                      <a:pt x="6" y="5"/>
                      <a:pt x="5" y="4"/>
                      <a:pt x="4" y="3"/>
                    </a:cubicBezTo>
                    <a:cubicBezTo>
                      <a:pt x="4" y="3"/>
                      <a:pt x="3" y="2"/>
                      <a:pt x="1" y="1"/>
                    </a:cubicBezTo>
                    <a:cubicBezTo>
                      <a:pt x="1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6" y="1"/>
                      <a:pt x="15" y="1"/>
                      <a:pt x="14" y="2"/>
                    </a:cubicBezTo>
                    <a:cubicBezTo>
                      <a:pt x="13" y="2"/>
                      <a:pt x="13" y="3"/>
                      <a:pt x="13" y="4"/>
                    </a:cubicBezTo>
                    <a:cubicBezTo>
                      <a:pt x="13" y="5"/>
                      <a:pt x="14" y="6"/>
                      <a:pt x="15" y="8"/>
                    </a:cubicBezTo>
                    <a:cubicBezTo>
                      <a:pt x="24" y="22"/>
                      <a:pt x="24" y="22"/>
                      <a:pt x="24" y="22"/>
                    </a:cubicBezTo>
                    <a:cubicBezTo>
                      <a:pt x="32" y="9"/>
                      <a:pt x="32" y="9"/>
                      <a:pt x="32" y="9"/>
                    </a:cubicBezTo>
                    <a:cubicBezTo>
                      <a:pt x="34" y="7"/>
                      <a:pt x="34" y="5"/>
                      <a:pt x="34" y="4"/>
                    </a:cubicBezTo>
                    <a:cubicBezTo>
                      <a:pt x="34" y="4"/>
                      <a:pt x="34" y="3"/>
                      <a:pt x="34" y="3"/>
                    </a:cubicBezTo>
                    <a:cubicBezTo>
                      <a:pt x="34" y="2"/>
                      <a:pt x="33" y="2"/>
                      <a:pt x="33" y="1"/>
                    </a:cubicBezTo>
                    <a:cubicBezTo>
                      <a:pt x="32" y="1"/>
                      <a:pt x="31" y="1"/>
                      <a:pt x="30" y="1"/>
                    </a:cubicBezTo>
                    <a:lnTo>
                      <a:pt x="3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DA79CC-5A06-404B-8469-5684ED583AD4}" type="datetimeFigureOut">
              <a:rPr lang="zh-CN" altLang="en-US" smtClean="0"/>
              <a:t>2025/5/8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A60D-10C3-4AFB-A22E-295E35ACEA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067EDD-5498-43B9-9A53-3B63C85235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E278D2-F06C-4048-BCF7-8A8ED1AAD7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62000" y="0"/>
            <a:ext cx="1371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046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文本框 279"/>
          <p:cNvSpPr txBox="1"/>
          <p:nvPr/>
        </p:nvSpPr>
        <p:spPr>
          <a:xfrm>
            <a:off x="1266804" y="2576484"/>
            <a:ext cx="665799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altLang="zh-CN" sz="6600" b="1" dirty="0">
                <a:solidFill>
                  <a:schemeClr val="accent1"/>
                </a:solidFill>
                <a:latin typeface="MADE Tommy Soft" panose="02000503000000020004" pitchFamily="50" charset="0"/>
                <a:ea typeface="方正正大黑简体" panose="02000000000000000000" pitchFamily="2" charset="-122"/>
              </a:rPr>
              <a:t>WISUDA AKBAR</a:t>
            </a:r>
            <a:endParaRPr lang="zh-CN" altLang="en-US" sz="6600" b="1" dirty="0">
              <a:solidFill>
                <a:schemeClr val="accent1"/>
              </a:solidFill>
              <a:latin typeface="MADE Tommy Soft" panose="02000503000000020004" pitchFamily="50" charset="0"/>
              <a:ea typeface="方正正大黑简体" panose="02000000000000000000" pitchFamily="2" charset="-122"/>
            </a:endParaRPr>
          </a:p>
        </p:txBody>
      </p:sp>
      <p:sp>
        <p:nvSpPr>
          <p:cNvPr id="281" name="文本框 280"/>
          <p:cNvSpPr txBox="1"/>
          <p:nvPr/>
        </p:nvSpPr>
        <p:spPr>
          <a:xfrm>
            <a:off x="1286050" y="3631726"/>
            <a:ext cx="78960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altLang="zh-CN" sz="2400" b="1" dirty="0">
                <a:solidFill>
                  <a:schemeClr val="tx2"/>
                </a:solidFill>
                <a:latin typeface="+mn-ea"/>
              </a:rPr>
              <a:t>KUTTAB DAN MADRASAH BAITUL IZZAH</a:t>
            </a:r>
            <a:endParaRPr lang="zh-CN" altLang="en-US" sz="2400" b="1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282" name="矩形: 圆角 281"/>
          <p:cNvSpPr/>
          <p:nvPr/>
        </p:nvSpPr>
        <p:spPr>
          <a:xfrm>
            <a:off x="1378906" y="4282834"/>
            <a:ext cx="4215559" cy="364003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ctr"/>
          <a:lstStyle/>
          <a:p>
            <a:pPr algn="ctr"/>
            <a:r>
              <a:rPr lang="id-ID" altLang="zh-CN" sz="1400" dirty="0">
                <a:solidFill>
                  <a:schemeClr val="bg1"/>
                </a:solidFill>
                <a:latin typeface="MADE Tommy Soft" panose="02000503000000020004" pitchFamily="50" charset="0"/>
              </a:rPr>
              <a:t>Samarinda, 14 Juni 2025 M / 18 Dzulhijjah 1446 H </a:t>
            </a:r>
            <a:endParaRPr lang="zh-CN" altLang="en-US" sz="1400" dirty="0">
              <a:solidFill>
                <a:schemeClr val="bg1"/>
              </a:solidFill>
              <a:latin typeface="MADE Tommy Soft" panose="02000503000000020004" pitchFamily="50" charset="0"/>
            </a:endParaRPr>
          </a:p>
        </p:txBody>
      </p:sp>
      <p:sp>
        <p:nvSpPr>
          <p:cNvPr id="11" name="Freeform 5"/>
          <p:cNvSpPr/>
          <p:nvPr/>
        </p:nvSpPr>
        <p:spPr bwMode="auto">
          <a:xfrm>
            <a:off x="6773862" y="0"/>
            <a:ext cx="5418138" cy="2924175"/>
          </a:xfrm>
          <a:custGeom>
            <a:avLst/>
            <a:gdLst>
              <a:gd name="T0" fmla="*/ 1670 w 3413"/>
              <a:gd name="T1" fmla="*/ 1842 h 1842"/>
              <a:gd name="T2" fmla="*/ 0 w 3413"/>
              <a:gd name="T3" fmla="*/ 0 h 1842"/>
              <a:gd name="T4" fmla="*/ 3413 w 3413"/>
              <a:gd name="T5" fmla="*/ 0 h 1842"/>
              <a:gd name="T6" fmla="*/ 3413 w 3413"/>
              <a:gd name="T7" fmla="*/ 351 h 1842"/>
              <a:gd name="T8" fmla="*/ 1670 w 3413"/>
              <a:gd name="T9" fmla="*/ 1842 h 18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413" h="1842">
                <a:moveTo>
                  <a:pt x="1670" y="1842"/>
                </a:moveTo>
                <a:lnTo>
                  <a:pt x="0" y="0"/>
                </a:lnTo>
                <a:lnTo>
                  <a:pt x="3413" y="0"/>
                </a:lnTo>
                <a:lnTo>
                  <a:pt x="3413" y="351"/>
                </a:lnTo>
                <a:lnTo>
                  <a:pt x="1670" y="1842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6" name="Freeform 6"/>
          <p:cNvSpPr/>
          <p:nvPr/>
        </p:nvSpPr>
        <p:spPr bwMode="auto">
          <a:xfrm>
            <a:off x="8362951" y="4027487"/>
            <a:ext cx="3416300" cy="2830513"/>
          </a:xfrm>
          <a:custGeom>
            <a:avLst/>
            <a:gdLst>
              <a:gd name="T0" fmla="*/ 112 w 2152"/>
              <a:gd name="T1" fmla="*/ 0 h 1783"/>
              <a:gd name="T2" fmla="*/ 0 w 2152"/>
              <a:gd name="T3" fmla="*/ 97 h 1783"/>
              <a:gd name="T4" fmla="*/ 1938 w 2152"/>
              <a:gd name="T5" fmla="*/ 1783 h 1783"/>
              <a:gd name="T6" fmla="*/ 2152 w 2152"/>
              <a:gd name="T7" fmla="*/ 1783 h 1783"/>
              <a:gd name="T8" fmla="*/ 112 w 2152"/>
              <a:gd name="T9" fmla="*/ 0 h 17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152" h="1783">
                <a:moveTo>
                  <a:pt x="112" y="0"/>
                </a:moveTo>
                <a:lnTo>
                  <a:pt x="0" y="97"/>
                </a:lnTo>
                <a:lnTo>
                  <a:pt x="1938" y="1783"/>
                </a:lnTo>
                <a:lnTo>
                  <a:pt x="2152" y="1783"/>
                </a:lnTo>
                <a:lnTo>
                  <a:pt x="112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8" name="Freeform 7"/>
          <p:cNvSpPr/>
          <p:nvPr/>
        </p:nvSpPr>
        <p:spPr bwMode="auto">
          <a:xfrm>
            <a:off x="5264151" y="4508500"/>
            <a:ext cx="5468938" cy="2349500"/>
          </a:xfrm>
          <a:custGeom>
            <a:avLst/>
            <a:gdLst>
              <a:gd name="T0" fmla="*/ 1721 w 3445"/>
              <a:gd name="T1" fmla="*/ 0 h 1480"/>
              <a:gd name="T2" fmla="*/ 0 w 3445"/>
              <a:gd name="T3" fmla="*/ 1480 h 1480"/>
              <a:gd name="T4" fmla="*/ 3445 w 3445"/>
              <a:gd name="T5" fmla="*/ 1480 h 1480"/>
              <a:gd name="T6" fmla="*/ 1721 w 3445"/>
              <a:gd name="T7" fmla="*/ 0 h 14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445" h="1480">
                <a:moveTo>
                  <a:pt x="1721" y="0"/>
                </a:moveTo>
                <a:lnTo>
                  <a:pt x="0" y="1480"/>
                </a:lnTo>
                <a:lnTo>
                  <a:pt x="3445" y="1480"/>
                </a:lnTo>
                <a:lnTo>
                  <a:pt x="1721" y="0"/>
                </a:lnTo>
                <a:close/>
              </a:path>
            </a:pathLst>
          </a:custGeom>
          <a:solidFill>
            <a:srgbClr val="1D425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9" name="Freeform 8"/>
          <p:cNvSpPr/>
          <p:nvPr/>
        </p:nvSpPr>
        <p:spPr bwMode="auto">
          <a:xfrm>
            <a:off x="8731250" y="887412"/>
            <a:ext cx="3460750" cy="5932488"/>
          </a:xfrm>
          <a:custGeom>
            <a:avLst/>
            <a:gdLst>
              <a:gd name="T0" fmla="*/ 2180 w 2180"/>
              <a:gd name="T1" fmla="*/ 0 h 3737"/>
              <a:gd name="T2" fmla="*/ 0 w 2180"/>
              <a:gd name="T3" fmla="*/ 1867 h 3737"/>
              <a:gd name="T4" fmla="*/ 2180 w 2180"/>
              <a:gd name="T5" fmla="*/ 3737 h 3737"/>
              <a:gd name="T6" fmla="*/ 2180 w 2180"/>
              <a:gd name="T7" fmla="*/ 0 h 373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80" h="3737">
                <a:moveTo>
                  <a:pt x="2180" y="0"/>
                </a:moveTo>
                <a:lnTo>
                  <a:pt x="0" y="1867"/>
                </a:lnTo>
                <a:lnTo>
                  <a:pt x="2180" y="3737"/>
                </a:lnTo>
                <a:lnTo>
                  <a:pt x="2180" y="0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grpSp>
        <p:nvGrpSpPr>
          <p:cNvPr id="6" name="Group 5"/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5" name="Straight Connector 4"/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35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2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-4.44444E-6 L -4.16667E-6 0.07362 " pathEditMode="relative" rAng="0" ptsTypes="AA">
                                      <p:cBhvr>
                                        <p:cTn id="42" dur="1000" spd="-1000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0" grpId="0"/>
      <p:bldP spid="281" grpId="0"/>
      <p:bldP spid="282" grpId="0" animBg="1"/>
      <p:bldP spid="282" grpId="1" animBg="1"/>
      <p:bldP spid="11" grpId="0" animBg="1"/>
      <p:bldP spid="16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819071" y="1542400"/>
            <a:ext cx="4826507" cy="3773201"/>
            <a:chOff x="5762171" y="1519072"/>
            <a:chExt cx="4826507" cy="3773201"/>
          </a:xfrm>
        </p:grpSpPr>
        <p:sp>
          <p:nvSpPr>
            <p:cNvPr id="4" name="流程图: 离页连接符 3"/>
            <p:cNvSpPr/>
            <p:nvPr/>
          </p:nvSpPr>
          <p:spPr>
            <a:xfrm>
              <a:off x="5762171" y="1562101"/>
              <a:ext cx="778668" cy="725714"/>
            </a:xfrm>
            <a:prstGeom prst="flowChartOffpageConnector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spc="100" dirty="0">
                  <a:latin typeface="Agency FB" panose="020B0503020202020204" pitchFamily="34" charset="0"/>
                  <a:ea typeface="+mj-ea"/>
                </a:rPr>
                <a:t>01</a:t>
              </a:r>
              <a:endParaRPr lang="zh-CN" altLang="en-US" sz="3200" spc="1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6891832" y="1519072"/>
              <a:ext cx="276389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altLang="zh-CN" sz="3200" dirty="0">
                  <a:solidFill>
                    <a:schemeClr val="accent1"/>
                  </a:solidFill>
                  <a:latin typeface="+mj-ea"/>
                  <a:ea typeface="+mj-ea"/>
                </a:rPr>
                <a:t>PEMBUKAAN</a:t>
              </a:r>
              <a:endParaRPr lang="zh-CN" altLang="en-US" sz="3200" dirty="0">
                <a:solidFill>
                  <a:schemeClr val="accent1"/>
                </a:solidFill>
                <a:latin typeface="+mj-ea"/>
                <a:ea typeface="+mj-ea"/>
              </a:endParaRPr>
            </a:p>
          </p:txBody>
        </p:sp>
        <p:cxnSp>
          <p:nvCxnSpPr>
            <p:cNvPr id="6" name="直接连接符 5"/>
            <p:cNvCxnSpPr/>
            <p:nvPr/>
          </p:nvCxnSpPr>
          <p:spPr>
            <a:xfrm>
              <a:off x="6710857" y="2151744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流程图: 离页连接符 6"/>
            <p:cNvSpPr/>
            <p:nvPr/>
          </p:nvSpPr>
          <p:spPr>
            <a:xfrm>
              <a:off x="5762171" y="2563587"/>
              <a:ext cx="778668" cy="725714"/>
            </a:xfrm>
            <a:prstGeom prst="flowChartOffpageConnector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02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6891832" y="2520558"/>
              <a:ext cx="369684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2"/>
                  </a:solidFill>
                  <a:latin typeface="+mj-ea"/>
                  <a:ea typeface="+mj-ea"/>
                </a:rPr>
                <a:t>TILAWAH</a:t>
              </a:r>
              <a:r>
                <a:rPr lang="id-ID" altLang="zh-CN" sz="3200" dirty="0">
                  <a:solidFill>
                    <a:schemeClr val="accent2"/>
                  </a:solidFill>
                  <a:latin typeface="+mj-ea"/>
                  <a:ea typeface="+mj-ea"/>
                </a:rPr>
                <a:t> QURAN</a:t>
              </a:r>
              <a:endParaRPr lang="zh-CN" altLang="en-US" sz="3200" dirty="0">
                <a:solidFill>
                  <a:schemeClr val="accent2"/>
                </a:solidFill>
                <a:latin typeface="+mj-ea"/>
                <a:ea typeface="+mj-ea"/>
              </a:endParaRPr>
            </a:p>
          </p:txBody>
        </p:sp>
        <p:cxnSp>
          <p:nvCxnSpPr>
            <p:cNvPr id="9" name="直接连接符 8"/>
            <p:cNvCxnSpPr/>
            <p:nvPr/>
          </p:nvCxnSpPr>
          <p:spPr>
            <a:xfrm>
              <a:off x="6710857" y="3153230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离页连接符 9"/>
            <p:cNvSpPr/>
            <p:nvPr/>
          </p:nvSpPr>
          <p:spPr>
            <a:xfrm>
              <a:off x="5762171" y="3565073"/>
              <a:ext cx="778668" cy="725714"/>
            </a:xfrm>
            <a:prstGeom prst="flowChartOffpageConnector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03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891832" y="3522044"/>
              <a:ext cx="1710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1"/>
                  </a:solidFill>
                  <a:latin typeface="+mj-ea"/>
                  <a:ea typeface="+mj-ea"/>
                </a:rPr>
                <a:t>HYMNE</a:t>
              </a:r>
              <a:endParaRPr lang="zh-CN" altLang="en-US" sz="3200" dirty="0">
                <a:solidFill>
                  <a:schemeClr val="accent1"/>
                </a:solidFill>
                <a:latin typeface="+mj-ea"/>
                <a:ea typeface="+mj-ea"/>
              </a:endParaRPr>
            </a:p>
          </p:txBody>
        </p:sp>
        <p:cxnSp>
          <p:nvCxnSpPr>
            <p:cNvPr id="12" name="直接连接符 11"/>
            <p:cNvCxnSpPr/>
            <p:nvPr/>
          </p:nvCxnSpPr>
          <p:spPr>
            <a:xfrm>
              <a:off x="6710857" y="4154716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离页连接符 12"/>
            <p:cNvSpPr/>
            <p:nvPr/>
          </p:nvSpPr>
          <p:spPr>
            <a:xfrm>
              <a:off x="5762171" y="4566559"/>
              <a:ext cx="778668" cy="725714"/>
            </a:xfrm>
            <a:prstGeom prst="flowChartOffpage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04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891832" y="4523530"/>
              <a:ext cx="249978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4"/>
                  </a:solidFill>
                  <a:latin typeface="+mj-ea"/>
                  <a:ea typeface="+mj-ea"/>
                </a:rPr>
                <a:t>SAMBUTAN</a:t>
              </a:r>
              <a:endParaRPr lang="zh-CN" altLang="en-US" sz="3200" dirty="0">
                <a:solidFill>
                  <a:schemeClr val="accent4"/>
                </a:solidFill>
                <a:latin typeface="+mj-ea"/>
                <a:ea typeface="+mj-ea"/>
              </a:endParaRPr>
            </a:p>
          </p:txBody>
        </p:sp>
        <p:cxnSp>
          <p:nvCxnSpPr>
            <p:cNvPr id="15" name="直接连接符 14"/>
            <p:cNvCxnSpPr/>
            <p:nvPr/>
          </p:nvCxnSpPr>
          <p:spPr>
            <a:xfrm>
              <a:off x="6710857" y="5156202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文本框 17"/>
          <p:cNvSpPr txBox="1"/>
          <p:nvPr/>
        </p:nvSpPr>
        <p:spPr>
          <a:xfrm>
            <a:off x="-1030087" y="581587"/>
            <a:ext cx="2308324" cy="569482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id-ID" altLang="zh-CN" sz="13800" dirty="0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RUNDOWN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6DD785-48F2-4553-8040-95F203C427F8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6568394-9B6A-4B6C-BEBC-61A6CFED0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FF84D44-26C1-4A40-9C4B-23B8FB7B34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1860A35-63B6-4097-A2C9-1050F4F1805C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819071" y="1542400"/>
            <a:ext cx="4990013" cy="3773201"/>
            <a:chOff x="5762171" y="1519072"/>
            <a:chExt cx="4990013" cy="3773201"/>
          </a:xfrm>
        </p:grpSpPr>
        <p:sp>
          <p:nvSpPr>
            <p:cNvPr id="4" name="流程图: 离页连接符 3"/>
            <p:cNvSpPr/>
            <p:nvPr/>
          </p:nvSpPr>
          <p:spPr>
            <a:xfrm>
              <a:off x="5762171" y="1562101"/>
              <a:ext cx="778668" cy="725714"/>
            </a:xfrm>
            <a:prstGeom prst="flowChartOffpageConnector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spc="100" dirty="0">
                  <a:latin typeface="Agency FB" panose="020B0503020202020204" pitchFamily="34" charset="0"/>
                  <a:ea typeface="+mj-ea"/>
                </a:rPr>
                <a:t>01</a:t>
              </a:r>
              <a:endParaRPr lang="zh-CN" altLang="en-US" sz="3200" spc="1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6891832" y="1519072"/>
              <a:ext cx="290175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1"/>
                  </a:solidFill>
                  <a:latin typeface="+mj-ea"/>
                  <a:ea typeface="+mj-ea"/>
                </a:rPr>
                <a:t>PENAMPILAN</a:t>
              </a:r>
              <a:endParaRPr lang="zh-CN" altLang="en-US" sz="3200" dirty="0">
                <a:solidFill>
                  <a:schemeClr val="accent1"/>
                </a:solidFill>
                <a:latin typeface="+mj-ea"/>
                <a:ea typeface="+mj-ea"/>
              </a:endParaRPr>
            </a:p>
          </p:txBody>
        </p:sp>
        <p:cxnSp>
          <p:nvCxnSpPr>
            <p:cNvPr id="6" name="直接连接符 5"/>
            <p:cNvCxnSpPr/>
            <p:nvPr/>
          </p:nvCxnSpPr>
          <p:spPr>
            <a:xfrm>
              <a:off x="6710857" y="2151744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流程图: 离页连接符 6"/>
            <p:cNvSpPr/>
            <p:nvPr/>
          </p:nvSpPr>
          <p:spPr>
            <a:xfrm>
              <a:off x="5762171" y="2563587"/>
              <a:ext cx="778668" cy="725714"/>
            </a:xfrm>
            <a:prstGeom prst="flowChartOffpageConnector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02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6891832" y="2520558"/>
              <a:ext cx="365311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2"/>
                  </a:solidFill>
                  <a:latin typeface="+mj-ea"/>
                  <a:ea typeface="+mj-ea"/>
                </a:rPr>
                <a:t>PROSESI</a:t>
              </a:r>
              <a:r>
                <a:rPr lang="en-US" altLang="zh-CN" sz="3200" dirty="0">
                  <a:solidFill>
                    <a:schemeClr val="accent2"/>
                  </a:solidFill>
                  <a:latin typeface="+mj-ea"/>
                  <a:ea typeface="+mj-ea"/>
                </a:rPr>
                <a:t> </a:t>
              </a:r>
              <a:r>
                <a:rPr lang="en-US" altLang="zh-CN" sz="3200" dirty="0" err="1">
                  <a:solidFill>
                    <a:schemeClr val="accent2"/>
                  </a:solidFill>
                  <a:latin typeface="+mj-ea"/>
                  <a:ea typeface="+mj-ea"/>
                </a:rPr>
                <a:t>WISUDA</a:t>
              </a:r>
              <a:endParaRPr lang="zh-CN" altLang="en-US" sz="3200" dirty="0">
                <a:solidFill>
                  <a:schemeClr val="accent2"/>
                </a:solidFill>
                <a:latin typeface="+mj-ea"/>
                <a:ea typeface="+mj-ea"/>
              </a:endParaRPr>
            </a:p>
          </p:txBody>
        </p:sp>
        <p:cxnSp>
          <p:nvCxnSpPr>
            <p:cNvPr id="9" name="直接连接符 8"/>
            <p:cNvCxnSpPr/>
            <p:nvPr/>
          </p:nvCxnSpPr>
          <p:spPr>
            <a:xfrm>
              <a:off x="6710857" y="3153230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离页连接符 9"/>
            <p:cNvSpPr/>
            <p:nvPr/>
          </p:nvSpPr>
          <p:spPr>
            <a:xfrm>
              <a:off x="5762171" y="3565073"/>
              <a:ext cx="778668" cy="725714"/>
            </a:xfrm>
            <a:prstGeom prst="flowChartOffpageConnector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03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891832" y="3522044"/>
              <a:ext cx="386035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>
                  <a:solidFill>
                    <a:schemeClr val="accent1"/>
                  </a:solidFill>
                  <a:latin typeface="+mj-ea"/>
                  <a:ea typeface="+mj-ea"/>
                </a:rPr>
                <a:t>SALAM-</a:t>
              </a:r>
              <a:r>
                <a:rPr lang="en-US" altLang="zh-CN" sz="3200" dirty="0" err="1">
                  <a:solidFill>
                    <a:schemeClr val="accent1"/>
                  </a:solidFill>
                  <a:latin typeface="+mj-ea"/>
                  <a:ea typeface="+mj-ea"/>
                </a:rPr>
                <a:t>SALAMAN</a:t>
              </a:r>
              <a:endParaRPr lang="zh-CN" altLang="en-US" sz="3200" dirty="0">
                <a:solidFill>
                  <a:schemeClr val="accent1"/>
                </a:solidFill>
                <a:latin typeface="+mj-ea"/>
                <a:ea typeface="+mj-ea"/>
              </a:endParaRPr>
            </a:p>
          </p:txBody>
        </p:sp>
        <p:cxnSp>
          <p:nvCxnSpPr>
            <p:cNvPr id="12" name="直接连接符 11"/>
            <p:cNvCxnSpPr/>
            <p:nvPr/>
          </p:nvCxnSpPr>
          <p:spPr>
            <a:xfrm>
              <a:off x="6710857" y="4154716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离页连接符 12"/>
            <p:cNvSpPr/>
            <p:nvPr/>
          </p:nvSpPr>
          <p:spPr>
            <a:xfrm>
              <a:off x="5762171" y="4566559"/>
              <a:ext cx="778668" cy="725714"/>
            </a:xfrm>
            <a:prstGeom prst="flowChartOffpage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04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891832" y="4523530"/>
              <a:ext cx="306263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4"/>
                  </a:solidFill>
                  <a:latin typeface="+mj-ea"/>
                  <a:ea typeface="+mj-ea"/>
                </a:rPr>
                <a:t>PESAN</a:t>
              </a:r>
              <a:r>
                <a:rPr lang="en-US" altLang="zh-CN" sz="3200" dirty="0">
                  <a:solidFill>
                    <a:schemeClr val="accent4"/>
                  </a:solidFill>
                  <a:latin typeface="+mj-ea"/>
                  <a:ea typeface="+mj-ea"/>
                </a:rPr>
                <a:t> &amp; DOA</a:t>
              </a:r>
              <a:endParaRPr lang="zh-CN" altLang="en-US" sz="3200" dirty="0">
                <a:solidFill>
                  <a:schemeClr val="accent4"/>
                </a:solidFill>
                <a:latin typeface="+mj-ea"/>
                <a:ea typeface="+mj-ea"/>
              </a:endParaRPr>
            </a:p>
          </p:txBody>
        </p:sp>
        <p:cxnSp>
          <p:nvCxnSpPr>
            <p:cNvPr id="15" name="直接连接符 14"/>
            <p:cNvCxnSpPr/>
            <p:nvPr/>
          </p:nvCxnSpPr>
          <p:spPr>
            <a:xfrm>
              <a:off x="6710857" y="5156202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文本框 17"/>
          <p:cNvSpPr txBox="1"/>
          <p:nvPr/>
        </p:nvSpPr>
        <p:spPr>
          <a:xfrm>
            <a:off x="-1030087" y="581587"/>
            <a:ext cx="2308324" cy="569482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id-ID" altLang="zh-CN" sz="13800" dirty="0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RUNDOWN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D6CF369-8A71-4501-AEC3-AA0FEE05B6A5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5B7F6ED-442E-4D9A-B57B-A9559B5A9D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23AE065-F599-46E6-BAC9-166528ADC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C5D6B15-1C81-4BCE-9C3B-E99A07EB6BFA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361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7">
            <a:extLst>
              <a:ext uri="{FF2B5EF4-FFF2-40B4-BE49-F238E27FC236}">
                <a16:creationId xmlns:a16="http://schemas.microsoft.com/office/drawing/2014/main" id="{74BC3BAF-6F23-45A4-9BBF-59DC43E4B634}"/>
              </a:ext>
            </a:extLst>
          </p:cNvPr>
          <p:cNvSpPr txBox="1"/>
          <p:nvPr/>
        </p:nvSpPr>
        <p:spPr>
          <a:xfrm>
            <a:off x="-1030087" y="63017"/>
            <a:ext cx="2308324" cy="6731972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PEMBUKAAN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pic>
        <p:nvPicPr>
          <p:cNvPr id="6" name="Picture Placeholder 7" descr="E:\Thifz Project\Mentahan\pngwing.com.pngpngwing.com">
            <a:extLst>
              <a:ext uri="{FF2B5EF4-FFF2-40B4-BE49-F238E27FC236}">
                <a16:creationId xmlns:a16="http://schemas.microsoft.com/office/drawing/2014/main" id="{FB867405-382F-49C4-94E5-451FE64BB5E6}"/>
              </a:ext>
            </a:extLst>
          </p:cNvPr>
          <p:cNvPicPr>
            <a:picLocks noGrp="1"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668905" y="2743517"/>
            <a:ext cx="6854190" cy="1370965"/>
          </a:xfrm>
          <a:custGeom>
            <a:avLst/>
            <a:gdLst>
              <a:gd name="connsiteX0" fmla="*/ 1155700 w 2311400"/>
              <a:gd name="connsiteY0" fmla="*/ 0 h 2311400"/>
              <a:gd name="connsiteX1" fmla="*/ 2311400 w 2311400"/>
              <a:gd name="connsiteY1" fmla="*/ 1155700 h 2311400"/>
              <a:gd name="connsiteX2" fmla="*/ 1155700 w 2311400"/>
              <a:gd name="connsiteY2" fmla="*/ 2311400 h 2311400"/>
              <a:gd name="connsiteX3" fmla="*/ 0 w 2311400"/>
              <a:gd name="connsiteY3" fmla="*/ 1155700 h 2311400"/>
              <a:gd name="connsiteX4" fmla="*/ 1155700 w 2311400"/>
              <a:gd name="connsiteY4" fmla="*/ 0 h 2311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1400" h="2311400">
                <a:moveTo>
                  <a:pt x="1155700" y="0"/>
                </a:moveTo>
                <a:cubicBezTo>
                  <a:pt x="1793975" y="0"/>
                  <a:pt x="2311400" y="517425"/>
                  <a:pt x="2311400" y="1155700"/>
                </a:cubicBezTo>
                <a:cubicBezTo>
                  <a:pt x="2311400" y="1793975"/>
                  <a:pt x="1793975" y="2311400"/>
                  <a:pt x="1155700" y="2311400"/>
                </a:cubicBezTo>
                <a:cubicBezTo>
                  <a:pt x="517425" y="2311400"/>
                  <a:pt x="0" y="1793975"/>
                  <a:pt x="0" y="1155700"/>
                </a:cubicBezTo>
                <a:cubicBezTo>
                  <a:pt x="0" y="517425"/>
                  <a:pt x="517425" y="0"/>
                  <a:pt x="1155700" y="0"/>
                </a:cubicBezTo>
                <a:close/>
              </a:path>
            </a:pathLst>
          </a:cu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6F230A5-DE10-4BF8-AAD3-3EBB0C568CAD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E454093-42F3-41D4-93C4-D21F6AF57F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E40BCDD-EEAF-4D1A-85A5-8F818822C2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DAC5EC6-8CEF-473B-ADC0-D8B5318E1BDD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DOKTER YANG HAFAL AL QURAN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TENGGARONG, 20 APRIL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nn-NO" altLang="zh-CN" sz="1050">
                <a:solidFill>
                  <a:schemeClr val="tx2"/>
                </a:solidFill>
                <a:latin typeface="+mn-ea"/>
                <a:cs typeface="+mn-cs"/>
              </a:rPr>
              <a:t>LAKUKAN HAL BAIK MESKI ORANG LAIN TIDAK MELIHATNYA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MAIN LAYANGAN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AINA TALITA ZAHRON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JURIANTO DAN IBU KATIBATIN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JADI GURU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1 DESEMBER 2012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BERUSAHA BERUBAH MENJADI YANG LEBIH BAIK LAGI DAN SEMANGAT DALAM BELAJAR ILMU DAN MEMBACA ALQURAN.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MENGGAMBAR, MEWARNAI DAN MENULIS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AISYAH NURUL HAFIZAH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713187" y="4755632"/>
            <a:ext cx="2974800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MUHAMMAD FIRMANSYAH DAN IBU ASTUTI HANDAYANI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00655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GURU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13 JUNI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PENDIDIKAN ADALAH SENJATA AMPUH UNTUK MENGUBAH DUNIA MENJADI LEBIH BAIK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MENGGAMBAR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AISYAH YASMIN FARADIBA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854863" y="4779141"/>
            <a:ext cx="2606696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ENDANG AKHMAD YANI DAN IBU RUSDIANTI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254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PENGAJAR QURAN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2 NOVEMBER 2012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TAK SEMUA ORANG SEMPURNA, HARGAILAH SATU SAMA LAIN DAN JADI DIRI SENDIRI.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MENULIS, MENGGAMBAR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BILQIS GHANIYYAH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MIFTAHUL RAHMAN DAN IBU RIANI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6023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PEMBUAT KOMIK ISLAMI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BONTANG, 06 AGUSTUS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TANPA KEBERANIAN TIDAK ADA KEMENANGAN, TANPA PERJUANGAN TIDAK ADA HAPPY ENDING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BERSEPEDA DAN MEMBACA BUKU CERITA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DZAKIYYA ADIBAH SAKHI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BAGUS WALUYO DAN IBU SITTI ARAFAH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0477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MENJADI PENULIS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8 NOVEMBER 2012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TETAP SEMANGAT UNTUK MENJADI DIRI SENDIRI DAN MENGEJAR MIMPI TANPA HARUS MENJADI ORANG LAIN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MEMBACA DAN BERNYANYI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NAIFA JINAN AL FAJRI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833045" y="4771103"/>
            <a:ext cx="2694655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sv-SE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SURYA FAJAR SAPUTRA DAN IBU NIA NATA KINANTI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3426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PISIKOLOGI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8 AGUSTUS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ALLAH SELALU BERSAMA KITA UNTUK MEMBERIKAN JALAN KELUAR. PERTOLONGANYA PASTI DATANG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MENGGAMBAR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NUR HUMAIRA SAFITRI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HISMAWAN DAN IBU NOVITA SARI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9442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GURU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15 DESEMBER 2012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ILMU ADA LAH HARTA YANG TIDAK AKAN PERNAH HABIS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MAIN BOLA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NUSYRAH LATHIF AFIFAH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028447" y="4799798"/>
            <a:ext cx="2281985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MUHAMMAD SALIM DAN IBU NUR LINA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7710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DOKTER ANAK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2 JANUARI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nn-NO" altLang="zh-CN" sz="1050">
                <a:solidFill>
                  <a:schemeClr val="tx2"/>
                </a:solidFill>
                <a:latin typeface="+mn-ea"/>
                <a:cs typeface="+mn-cs"/>
              </a:rPr>
              <a:t>SEMUA YANG KAMU LAKUKAN SEKARANG ADALAH BEKAL UNTUK KAMU DI MASA DEPAN. SEMANGAT!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BERENANG &amp; BERNYANYI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SHANUM ALMAHYRA SHAKILA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HENDRA KUSUMA DAN IBU FADLUN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4779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  <a:cs typeface="+mn-cs"/>
              </a:rPr>
              <a:t>PENGUSAHA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SAMARINDA, 16 JANUARI 2013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nn-NO" altLang="zh-CN" sz="1050">
                <a:solidFill>
                  <a:schemeClr val="tx2"/>
                </a:solidFill>
                <a:latin typeface="+mn-ea"/>
                <a:cs typeface="+mn-cs"/>
              </a:rPr>
              <a:t>TETAPLAH BERJUANG DAN JANGAN TAKUT AKAN KEGAGALAN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>
                <a:solidFill>
                  <a:schemeClr val="tx2"/>
                </a:solidFill>
                <a:latin typeface="+mn-ea"/>
              </a:rPr>
              <a:t>MEMASAK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SHOFIYAH AMALIA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SAMSURI DAN IBU TRI UTARI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1114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SITI SOFIA AZZALEA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000480" y="4794584"/>
            <a:ext cx="2364913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>
                <a:solidFill>
                  <a:schemeClr val="bg1"/>
                </a:solidFill>
                <a:latin typeface="+mn-ea"/>
                <a:cs typeface="+mn-cs"/>
              </a:rPr>
              <a:t>ANAK DARI : BAPAK ROBIANSYAH DAN IBU RAIDHA HIDAYAH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47710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14898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8258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9188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908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7218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357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5612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4237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8673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4819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77932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9031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0025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87209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3405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6355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8718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9012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9515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68333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8 MEI 2009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359175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AKMAL AL </a:t>
            </a:r>
            <a:r>
              <a:rPr lang="en-US" altLang="zh-CN" sz="18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JUNDI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627432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ALI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RUSMAN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EFENDI DAN IBU SITI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HALIMAH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0331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APOTEKER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28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AGUSTUS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2009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JANGAN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TAKUT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JIKA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PROSESMU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LAMBAT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, TAPI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TAKUTLAH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JIKA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HANYA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DIAM DI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TEMPAT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MENGGAMBAR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ALYA' ZULFA RAMADHANI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923191" y="4767601"/>
            <a:ext cx="2454189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ALFIAN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NOOR DAN IBU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HASTUTI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PRIHATIN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25944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MENJADI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BOS MUDA PERTAMINA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ATLET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YANG ANTI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KORUP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2 APRIL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KALAU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MAU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MIMPI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TERWUJUD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JANGAN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MALAS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BERSUJUD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6576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MAIN BOLA,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MAKAN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OLAHRAGA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SURVIVAL,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NGE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-GAME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IDRIS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070783" y="4756453"/>
            <a:ext cx="2364913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SYAIFUL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ANWAR DAN IBU SUSANA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YULIATI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6958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31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JANUARI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</a:t>
            </a:r>
            <a:r>
              <a:rPr lang="en-US" altLang="zh-CN" sz="18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AL'PAHREZY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951924" y="4784000"/>
            <a:ext cx="2530622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ERICK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ERNAWAN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PUJI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RAHAYU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LISTI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KALIMAH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4197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11 NOVEMBER 2009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FAISAL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ASY</a:t>
            </a:r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SYAMS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s-E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ANAK</a:t>
            </a:r>
            <a:r>
              <a:rPr lang="es-E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s-E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DARI</a:t>
            </a:r>
            <a:r>
              <a:rPr lang="es-ES" altLang="zh-CN" sz="1050" dirty="0">
                <a:solidFill>
                  <a:schemeClr val="bg1"/>
                </a:solidFill>
                <a:latin typeface="+mn-ea"/>
                <a:cs typeface="+mn-cs"/>
              </a:rPr>
              <a:t> : </a:t>
            </a:r>
            <a:r>
              <a:rPr lang="es-E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BAPAK</a:t>
            </a:r>
            <a:r>
              <a:rPr lang="es-ES" altLang="zh-CN" sz="1050" dirty="0">
                <a:solidFill>
                  <a:schemeClr val="bg1"/>
                </a:solidFill>
                <a:latin typeface="+mn-ea"/>
                <a:cs typeface="+mn-cs"/>
              </a:rPr>
              <a:t> AMBO </a:t>
            </a:r>
            <a:r>
              <a:rPr lang="es-E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JUI</a:t>
            </a:r>
            <a:r>
              <a:rPr lang="es-ES" altLang="zh-CN" sz="1050" dirty="0">
                <a:solidFill>
                  <a:schemeClr val="bg1"/>
                </a:solidFill>
                <a:latin typeface="+mn-ea"/>
                <a:cs typeface="+mn-cs"/>
              </a:rPr>
              <a:t> DAN </a:t>
            </a:r>
            <a:r>
              <a:rPr lang="es-E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IBU</a:t>
            </a:r>
            <a:r>
              <a:rPr lang="es-ES" altLang="zh-CN" sz="1050" dirty="0">
                <a:solidFill>
                  <a:schemeClr val="bg1"/>
                </a:solidFill>
                <a:latin typeface="+mn-ea"/>
                <a:cs typeface="+mn-cs"/>
              </a:rPr>
              <a:t> YULIANA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5152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2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OKTOBER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FAKHRI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SUJOKO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EKA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PRIHATIN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015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MEMBAHAGIAKAN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ORANG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TUA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MEMILIKI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ILMU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YANG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BERMANFAAT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BAGI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DIRI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SENDIRI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UMAT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,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MENJADI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ULAMA DAN BOS MUDA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4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MARET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JIKA YANG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SENANGI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TIDAK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TERJADI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MAKA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SENANGI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APA YANG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TERJADI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AND ONLY ALLAH KNOWS ME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6576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HEALING,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OLAHRAGA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SURVIVAL, GAMING,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MANCING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JAMIL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ASY</a:t>
            </a:r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SYAHID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JAMILANTO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RATNAWATI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41926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PENULIS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31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DESEMBER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2009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fi-FI" altLang="zh-CN" sz="1050" dirty="0">
                <a:solidFill>
                  <a:schemeClr val="tx2"/>
                </a:solidFill>
                <a:latin typeface="+mn-ea"/>
                <a:cs typeface="+mn-cs"/>
              </a:rPr>
              <a:t>JIKA LUKAMU SEDALAM LAUTAN, MAKA IKHLASMU HARUS SELUAS LAUTAN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MENULIS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BERMAIN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BULU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TANGKIS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NAJWA </a:t>
            </a:r>
            <a:r>
              <a:rPr lang="en-US" altLang="zh-CN" sz="18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QURROTA</a:t>
            </a:r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AINI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sv-SE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HENDRA DAN IBU RINA MADINA HAS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48090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PSIKOLOG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fi-FI" altLang="zh-CN" sz="1050" dirty="0">
                <a:solidFill>
                  <a:schemeClr val="tx2"/>
                </a:solidFill>
                <a:latin typeface="+mn-ea"/>
              </a:rPr>
              <a:t>LOA JANAN, 3 JULI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HANCURNYA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HIDUP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SESEORANG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BERAWAL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DARI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HANCURNYA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IBADAHNYA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MEMBACA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NUR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INTAN</a:t>
            </a:r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AMIRAH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SHAFIQH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976115" y="4731694"/>
            <a:ext cx="2488912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MUHAMMAD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SYAIR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TUTIK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SULIANI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73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MASUK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SURGA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28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FEBRUARI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IBU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ITU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TAKUT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KENAPA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-NAPA SEDANG AYAH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ITU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TAKUT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TIDAK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MENJADI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APA-APA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MAIN BOLA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RUWAYFI</a:t>
            </a:r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RAFFA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ALHAMDANI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SUTRISNO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SETARIYADI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SUYANTI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49960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GURU AGAMA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NGANJUK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1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AGUSTUS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2009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TERUS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BERUSAHA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WALAU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SERING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KALAH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HINGGA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LUPA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KATA LELAH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MELIPAT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BAJU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SEKAR</a:t>
            </a:r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ARUM </a:t>
            </a:r>
            <a:r>
              <a:rPr lang="en-US" altLang="zh-CN" sz="18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WIJAYANTI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SUYANTO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ENI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PURWATI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3769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ULTRA_SCORM_COURSE_ID" val="FDE475C9-DE52-455E-B0FA-6DA6FCA7F377"/>
  <p:tag name="ISPRING_SCORM_RATE_SLIDES" val="1"/>
  <p:tag name="ISPRINGONLINEFOLDERID" val="0"/>
  <p:tag name="ISPRINGONLINEFOLDERPATH" val="Content List"/>
  <p:tag name="ISPRINGCLOUDFOLDERID" val="0"/>
  <p:tag name="ISPRINGCLOUDFOLDERPATH" val="Repository"/>
  <p:tag name="ISPRING_PLAYERS_CUSTOMIZATION" val="UEsDBBQAAgAIAEOUV0cNwDEewAEAANoDAAAPAAAAbm9uZS9wbGF5ZXIueG1spZJPb9QwEMXPW6nfIfK9dpYKUa0cekDKiaJKC4jbyptME1PHDp4Ju/vtmfzZpFuQQOKQaPIy72fPs/X9sXHJT4hog8/EWqYiAV+E0voqE18+5zd34v799ZVunTlBTGyZCR88iKQELKJtiX2PhupMvBAkQ0XCL4+bI9pM1ETtRqnD4SAPtzLESr1J07X69vBxW9TQmBvrkYwvmLvs5VYkbbQhWjpl4l0qrq9WA/ICZ5F7fIXBdf3KKIvQqDYCgieIatz2bN3Q3838NMErOrWAgkdfDbPvTfH8EMrOAfbaSo9tWyDqCYO20rSx6zufYCwyMTbsGkA0FaB0vhJq9Ko/mPWTM1hPHLzA9ty22zuLNYsjfejeLerubBmyVxNHXYJ0M0wwnGLeOZeDoS5CKZIIPzrLVd5jv85HkK7FuJzn7h0+Wy/xULDGVW4KCvH0gR18JFOUco5ejtHLwdTbh+ITF49TnNsFMgezhKBratzbf86j7/6fOEp4Mp0jcV7B+hKOueW/BA2PQsAz9pqk1sl+tTOVd9ftmxdX40Iadzdl8R1FQiZWwNewNGTUos8w9Zqm1fg5JTTHotXv91JPRC5/AVBLAQIAABQAAgAIAEOUV0cNwDEewAEAANoDAAAPAAAAAAAAAAEAAAAAAAAAAABub25lL3BsYXllci54bWxQSwUGAAAAAAEAAQA9AAAA7QEAAAAA"/>
  <p:tag name="ISPRING_SCORM_ENDPOINT" val="&lt;endpoint&gt;&lt;enable&gt;0&lt;/enable&gt;&lt;lrs&gt;http://&lt;/lrs&gt;&lt;auth&gt;0&lt;/auth&gt;&lt;login&gt;&lt;/login&gt;&lt;password&gt;&lt;/password&gt;&lt;key&gt;&lt;/key&gt;&lt;name&gt;&lt;/name&gt;&lt;email&gt;&lt;/email&gt;&lt;/endpoint&gt;&#10;"/>
  <p:tag name="ISPRING_PRESENTATION_TITLE" val="完整框架稳重大气毕业论文学术答辩开题报告ppt模板"/>
</p:tagLst>
</file>

<file path=ppt/theme/theme1.xml><?xml version="1.0" encoding="utf-8"?>
<a:theme xmlns:a="http://schemas.openxmlformats.org/drawingml/2006/main" name="homeppt">
  <a:themeElements>
    <a:clrScheme name="自定义 175">
      <a:dk1>
        <a:srgbClr val="000000"/>
      </a:dk1>
      <a:lt1>
        <a:srgbClr val="FFFFFF"/>
      </a:lt1>
      <a:dk2>
        <a:srgbClr val="3F3F3F"/>
      </a:dk2>
      <a:lt2>
        <a:srgbClr val="E7E6E6"/>
      </a:lt2>
      <a:accent1>
        <a:srgbClr val="1D4251"/>
      </a:accent1>
      <a:accent2>
        <a:srgbClr val="FCBD30"/>
      </a:accent2>
      <a:accent3>
        <a:srgbClr val="1D4251"/>
      </a:accent3>
      <a:accent4>
        <a:srgbClr val="FCBD30"/>
      </a:accent4>
      <a:accent5>
        <a:srgbClr val="1D4251"/>
      </a:accent5>
      <a:accent6>
        <a:srgbClr val="FCBD30"/>
      </a:accent6>
      <a:hlink>
        <a:srgbClr val="1D4251"/>
      </a:hlink>
      <a:folHlink>
        <a:srgbClr val="FCBD30"/>
      </a:folHlink>
    </a:clrScheme>
    <a:fontScheme name="2017">
      <a:majorFont>
        <a:latin typeface="Campton Medium"/>
        <a:ea typeface="方正尚酷简体"/>
        <a:cs typeface=""/>
      </a:majorFont>
      <a:minorFont>
        <a:latin typeface="Campton Light"/>
        <a:ea typeface="方正兰亭细黑_GB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1205</TotalTime>
  <Words>1307</Words>
  <Application>Microsoft Office PowerPoint</Application>
  <PresentationFormat>Widescreen</PresentationFormat>
  <Paragraphs>530</Paragraphs>
  <Slides>47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63" baseType="lpstr">
      <vt:lpstr>等线</vt:lpstr>
      <vt:lpstr>微软雅黑</vt:lpstr>
      <vt:lpstr>宋体</vt:lpstr>
      <vt:lpstr>Agency FB</vt:lpstr>
      <vt:lpstr>Arial</vt:lpstr>
      <vt:lpstr>Calibri</vt:lpstr>
      <vt:lpstr>Campton Light</vt:lpstr>
      <vt:lpstr>Campton Medium</vt:lpstr>
      <vt:lpstr>FontAwesome</vt:lpstr>
      <vt:lpstr>Lato Regular</vt:lpstr>
      <vt:lpstr>MADE Tommy Soft</vt:lpstr>
      <vt:lpstr>Times New Roman</vt:lpstr>
      <vt:lpstr>方正兰亭细黑_GBK</vt:lpstr>
      <vt:lpstr>方正尚酷简体</vt:lpstr>
      <vt:lpstr>方正正大黑简体</vt:lpstr>
      <vt:lpstr>homeppt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第一PPT，www.1ppt.com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论文答辩</dc:title>
  <dc:creator>第一PPT</dc:creator>
  <cp:keywords>www.1ppt.com</cp:keywords>
  <dc:description>www.1ppt.com</dc:description>
  <cp:lastModifiedBy>Ryzen 1</cp:lastModifiedBy>
  <cp:revision>507</cp:revision>
  <dcterms:created xsi:type="dcterms:W3CDTF">2017-03-20T02:00:00Z</dcterms:created>
  <dcterms:modified xsi:type="dcterms:W3CDTF">2025-05-09T04:28:57Z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2052-11.1.0.9740</vt:lpwstr>
  </property>
</Properties>
</file>